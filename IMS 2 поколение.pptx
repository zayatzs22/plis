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3.xml" ContentType="application/vnd.openxmlformats-officedocument.presentationml.notesSlide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notesSlides/notesSlide4.xml" ContentType="application/vnd.openxmlformats-officedocument.presentationml.notesSlide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notesSlides/notesSlide5.xml" ContentType="application/vnd.openxmlformats-officedocument.presentationml.notesSlide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4"/>
  </p:notesMasterIdLst>
  <p:sldIdLst>
    <p:sldId id="256" r:id="rId2"/>
    <p:sldId id="263" r:id="rId3"/>
    <p:sldId id="262" r:id="rId4"/>
    <p:sldId id="264" r:id="rId5"/>
    <p:sldId id="265" r:id="rId6"/>
    <p:sldId id="266" r:id="rId7"/>
    <p:sldId id="318" r:id="rId8"/>
    <p:sldId id="319" r:id="rId9"/>
    <p:sldId id="269" r:id="rId10"/>
    <p:sldId id="271" r:id="rId11"/>
    <p:sldId id="272" r:id="rId12"/>
    <p:sldId id="273" r:id="rId13"/>
    <p:sldId id="270" r:id="rId14"/>
    <p:sldId id="292" r:id="rId15"/>
    <p:sldId id="268" r:id="rId16"/>
    <p:sldId id="277" r:id="rId17"/>
    <p:sldId id="274" r:id="rId18"/>
    <p:sldId id="279" r:id="rId19"/>
    <p:sldId id="285" r:id="rId20"/>
    <p:sldId id="289" r:id="rId21"/>
    <p:sldId id="290" r:id="rId22"/>
    <p:sldId id="281" r:id="rId23"/>
    <p:sldId id="284" r:id="rId24"/>
    <p:sldId id="291" r:id="rId25"/>
    <p:sldId id="293" r:id="rId26"/>
    <p:sldId id="294" r:id="rId27"/>
    <p:sldId id="297" r:id="rId28"/>
    <p:sldId id="296" r:id="rId29"/>
    <p:sldId id="299" r:id="rId30"/>
    <p:sldId id="303" r:id="rId31"/>
    <p:sldId id="301" r:id="rId32"/>
    <p:sldId id="304" r:id="rId33"/>
    <p:sldId id="295" r:id="rId34"/>
    <p:sldId id="306" r:id="rId35"/>
    <p:sldId id="308" r:id="rId36"/>
    <p:sldId id="317" r:id="rId37"/>
    <p:sldId id="309" r:id="rId38"/>
    <p:sldId id="312" r:id="rId39"/>
    <p:sldId id="311" r:id="rId40"/>
    <p:sldId id="314" r:id="rId41"/>
    <p:sldId id="313" r:id="rId42"/>
    <p:sldId id="316" r:id="rId43"/>
  </p:sldIdLst>
  <p:sldSz cx="10969625" cy="6170613"/>
  <p:notesSz cx="6858000" cy="9144000"/>
  <p:custDataLst>
    <p:tags r:id="rId45"/>
  </p:custDataLst>
  <p:defaultTextStyle>
    <a:defPPr>
      <a:defRPr lang="de-DE"/>
    </a:defPPr>
    <a:lvl1pPr marL="0" algn="l" defTabSz="914400" rtl="0" eaLnBrk="1" latinLnBrk="0" hangingPunct="1">
      <a:buFontTx/>
      <a:buNone/>
      <a:defRPr lang="de-DE" sz="1800" b="0" i="0" u="none" kern="1200">
        <a:solidFill>
          <a:schemeClr val="tx1"/>
        </a:solidFill>
        <a:latin typeface="Bosch Office Sans" pitchFamily="2" charset="0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" userDrawn="1">
          <p15:clr>
            <a:srgbClr val="A4A3A4"/>
          </p15:clr>
        </p15:guide>
        <p15:guide id="2" orient="horz" pos="656" userDrawn="1">
          <p15:clr>
            <a:srgbClr val="A4A3A4"/>
          </p15:clr>
        </p15:guide>
        <p15:guide id="3" orient="horz" pos="816" userDrawn="1">
          <p15:clr>
            <a:srgbClr val="A4A3A4"/>
          </p15:clr>
        </p15:guide>
        <p15:guide id="4" orient="horz" pos="3440" userDrawn="1">
          <p15:clr>
            <a:srgbClr val="A4A3A4"/>
          </p15:clr>
        </p15:guide>
        <p15:guide id="5" pos="160" userDrawn="1">
          <p15:clr>
            <a:srgbClr val="A4A3A4"/>
          </p15:clr>
        </p15:guide>
        <p15:guide id="6" pos="6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00CCFF"/>
    <a:srgbClr val="819EB1"/>
    <a:srgbClr val="002B49"/>
    <a:srgbClr val="A3BAC8"/>
    <a:srgbClr val="91F0FF"/>
    <a:srgbClr val="5A7C91"/>
    <a:srgbClr val="DF0024"/>
    <a:srgbClr val="0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9631B5-78F2-41C9-869B-9F39066F8104}" styleName="Mittlere Formatvorlage 3 - 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7" autoAdjust="0"/>
    <p:restoredTop sz="86425" autoAdjust="0"/>
  </p:normalViewPr>
  <p:slideViewPr>
    <p:cSldViewPr snapToGrid="0">
      <p:cViewPr varScale="1">
        <p:scale>
          <a:sx n="56" d="100"/>
          <a:sy n="56" d="100"/>
        </p:scale>
        <p:origin x="464" y="40"/>
      </p:cViewPr>
      <p:guideLst>
        <p:guide orient="horz" pos="160"/>
        <p:guide orient="horz" pos="656"/>
        <p:guide orient="horz" pos="816"/>
        <p:guide orient="horz" pos="3440"/>
        <p:guide pos="160"/>
        <p:guide pos="6744"/>
      </p:guideLst>
    </p:cSldViewPr>
  </p:slideViewPr>
  <p:outlineViewPr>
    <p:cViewPr>
      <p:scale>
        <a:sx n="33" d="100"/>
        <a:sy n="33" d="100"/>
      </p:scale>
      <p:origin x="0" y="-939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1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15D5E-92BD-47C9-B070-7542DE44B3C8}" type="datetimeFigureOut">
              <a:rPr lang="de-DE" smtClean="0"/>
              <a:t>20.06.2023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6A02A-3129-485C-A79A-85C575723BC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8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6A02A-3129-485C-A79A-85C575723BC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6056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6A02A-3129-485C-A79A-85C575723BC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537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6A02A-3129-485C-A79A-85C575723BCC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7824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6A02A-3129-485C-A79A-85C575723BC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551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66A02A-3129-485C-A79A-85C575723BCC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91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565" y="204986"/>
            <a:ext cx="10275808" cy="5259814"/>
          </a:xfrm>
        </p:spPr>
        <p:txBody>
          <a:bodyPr anchor="t" anchorCtr="0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20834" y="4813498"/>
            <a:ext cx="3600539" cy="65130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609539" indent="0" algn="ctr">
              <a:buNone/>
              <a:defRPr sz="2666"/>
            </a:lvl2pPr>
            <a:lvl3pPr marL="1219078" indent="0" algn="ctr">
              <a:buNone/>
              <a:defRPr sz="2400"/>
            </a:lvl3pPr>
            <a:lvl4pPr marL="1828617" indent="0" algn="ctr">
              <a:buNone/>
              <a:defRPr sz="2133"/>
            </a:lvl4pPr>
            <a:lvl5pPr marL="2438156" indent="0" algn="ctr">
              <a:buNone/>
              <a:defRPr sz="2133"/>
            </a:lvl5pPr>
            <a:lvl6pPr marL="3047695" indent="0" algn="ctr">
              <a:buNone/>
              <a:defRPr sz="2133"/>
            </a:lvl6pPr>
            <a:lvl7pPr marL="3657234" indent="0" algn="ctr">
              <a:buNone/>
              <a:defRPr sz="2133"/>
            </a:lvl7pPr>
            <a:lvl8pPr marL="4266773" indent="0" algn="ctr">
              <a:buNone/>
              <a:defRPr sz="2133"/>
            </a:lvl8pPr>
            <a:lvl9pPr marL="4876312" indent="0" algn="ctr">
              <a:buNone/>
              <a:defRPr sz="2133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pic>
        <p:nvPicPr>
          <p:cNvPr id="4" name="Grafik 3"/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10" y="5571490"/>
            <a:ext cx="1046480" cy="44323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831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2632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99" y="129600"/>
            <a:ext cx="10710000" cy="5335200"/>
          </a:xfrm>
        </p:spPr>
        <p:txBody>
          <a:bodyPr lIns="129600" tIns="129600" rIns="129600" bIns="129600" anchor="t"/>
          <a:lstStyle>
            <a:lvl1pPr>
              <a:defRPr sz="7999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20000" y="4813200"/>
            <a:ext cx="3600000" cy="65160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609539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2pPr>
            <a:lvl3pPr marL="121907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1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156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69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23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77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31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337497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200" y="1296000"/>
            <a:ext cx="4860000" cy="41688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53600" y="1295999"/>
            <a:ext cx="4860000" cy="416880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891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199" y="648000"/>
            <a:ext cx="10450800" cy="3888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199" y="1296000"/>
            <a:ext cx="4860000" cy="741362"/>
          </a:xfrm>
        </p:spPr>
        <p:txBody>
          <a:bodyPr anchor="t"/>
          <a:lstStyle>
            <a:lvl1pPr marL="0" indent="0">
              <a:buNone/>
              <a:defRPr sz="1600" b="0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199" y="2254250"/>
            <a:ext cx="4860000" cy="32073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53599" y="1296000"/>
            <a:ext cx="4860000" cy="741362"/>
          </a:xfrm>
        </p:spPr>
        <p:txBody>
          <a:bodyPr anchor="t"/>
          <a:lstStyle>
            <a:lvl1pPr marL="0" indent="0">
              <a:buNone/>
              <a:defRPr sz="1600" b="0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53599" y="2254250"/>
            <a:ext cx="4860000" cy="32073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18051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018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04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3600" y="1295999"/>
            <a:ext cx="4860000" cy="4168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 marL="0" indent="0">
              <a:buNone/>
              <a:defRPr sz="1800"/>
            </a:lvl1pPr>
            <a:lvl2pPr marL="609539" indent="0">
              <a:buNone/>
              <a:defRPr sz="1866"/>
            </a:lvl2pPr>
            <a:lvl3pPr marL="1219078" indent="0">
              <a:buNone/>
              <a:defRPr sz="1600"/>
            </a:lvl3pPr>
            <a:lvl4pPr marL="1828617" indent="0">
              <a:buNone/>
              <a:defRPr sz="1333"/>
            </a:lvl4pPr>
            <a:lvl5pPr marL="2438156" indent="0">
              <a:buNone/>
              <a:defRPr sz="1333"/>
            </a:lvl5pPr>
            <a:lvl6pPr marL="3047695" indent="0">
              <a:buNone/>
              <a:defRPr sz="1333"/>
            </a:lvl6pPr>
            <a:lvl7pPr marL="3657234" indent="0">
              <a:buNone/>
              <a:defRPr sz="1333"/>
            </a:lvl7pPr>
            <a:lvl8pPr marL="4266773" indent="0">
              <a:buNone/>
              <a:defRPr sz="1333"/>
            </a:lvl8pPr>
            <a:lvl9pPr marL="4876312" indent="0">
              <a:buNone/>
              <a:defRPr sz="1333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092420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4400" cy="3888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53600" y="1296000"/>
            <a:ext cx="4860000" cy="4168800"/>
          </a:xfrm>
        </p:spPr>
        <p:txBody>
          <a:bodyPr/>
          <a:lstStyle>
            <a:lvl1pPr marL="0" indent="0">
              <a:buNone/>
              <a:defRPr sz="1600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9200" y="1296000"/>
            <a:ext cx="4860000" cy="4168800"/>
          </a:xfrm>
        </p:spPr>
        <p:txBody>
          <a:bodyPr/>
          <a:lstStyle>
            <a:lvl1pPr marL="0" indent="0">
              <a:buNone/>
              <a:defRPr sz="1600"/>
            </a:lvl1pPr>
            <a:lvl2pPr marL="609539" indent="0">
              <a:buNone/>
              <a:defRPr sz="1866"/>
            </a:lvl2pPr>
            <a:lvl3pPr marL="1219078" indent="0">
              <a:buNone/>
              <a:defRPr sz="1600"/>
            </a:lvl3pPr>
            <a:lvl4pPr marL="1828617" indent="0">
              <a:buNone/>
              <a:defRPr sz="1333"/>
            </a:lvl4pPr>
            <a:lvl5pPr marL="2438156" indent="0">
              <a:buNone/>
              <a:defRPr sz="1333"/>
            </a:lvl5pPr>
            <a:lvl6pPr marL="3047695" indent="0">
              <a:buNone/>
              <a:defRPr sz="1333"/>
            </a:lvl6pPr>
            <a:lvl7pPr marL="3657234" indent="0">
              <a:buNone/>
              <a:defRPr sz="1333"/>
            </a:lvl7pPr>
            <a:lvl8pPr marL="4266773" indent="0">
              <a:buNone/>
              <a:defRPr sz="1333"/>
            </a:lvl8pPr>
            <a:lvl9pPr marL="4876312" indent="0">
              <a:buNone/>
              <a:defRPr sz="1333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24276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709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075" y="328614"/>
            <a:ext cx="2364089" cy="52292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3461" y="328614"/>
            <a:ext cx="6895434" cy="5229225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65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1165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00" y="648000"/>
            <a:ext cx="10450800" cy="38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  <a:endParaRPr lang="de-DE" dirty="0"/>
          </a:p>
        </p:txBody>
      </p:sp>
      <p:pic>
        <p:nvPicPr>
          <p:cNvPr id="4" name="Grafik 3"/>
          <p:cNvPicPr>
            <a:picLocks/>
          </p:cNvPicPr>
          <p:nvPr userDrawn="1">
            <p:custDataLst>
              <p:tags r:id="rId1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10" y="5571490"/>
            <a:ext cx="1046480" cy="44323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Grafik 4"/>
          <p:cNvPicPr>
            <a:picLocks/>
          </p:cNvPicPr>
          <p:nvPr userDrawn="1">
            <p:custDataLst>
              <p:tags r:id="rId1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2670"/>
            <a:ext cx="10970260" cy="5715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4653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1219078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966" indent="-335966" algn="l" defTabSz="1219078" rtl="0" eaLnBrk="1" latinLnBrk="0" hangingPunct="1">
        <a:lnSpc>
          <a:spcPct val="107000"/>
        </a:lnSpc>
        <a:spcBef>
          <a:spcPts val="667"/>
        </a:spcBef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76732" indent="-364764" algn="l" defTabSz="1219078" rtl="0" eaLnBrk="1" latinLnBrk="0" hangingPunct="1">
        <a:lnSpc>
          <a:spcPct val="103000"/>
        </a:lnSpc>
        <a:spcBef>
          <a:spcPts val="667"/>
        </a:spcBef>
        <a:buFont typeface="Wingdings" panose="05000000000000000000" pitchFamily="2" charset="2"/>
        <a:buChar char="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74303" indent="-273573" algn="l" defTabSz="1219078" rtl="0" eaLnBrk="1" latinLnBrk="0" hangingPunct="1">
        <a:lnSpc>
          <a:spcPct val="102000"/>
        </a:lnSpc>
        <a:spcBef>
          <a:spcPts val="667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076" indent="-244776" algn="l" defTabSz="1219078" rtl="0" eaLnBrk="1" latinLnBrk="0" hangingPunct="1">
        <a:lnSpc>
          <a:spcPct val="103000"/>
        </a:lnSpc>
        <a:spcBef>
          <a:spcPts val="667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43076" indent="-244776" algn="l" defTabSz="1219078" rtl="0" eaLnBrk="1" latinLnBrk="0" hangingPunct="1">
        <a:lnSpc>
          <a:spcPct val="103000"/>
        </a:lnSpc>
        <a:spcBef>
          <a:spcPts val="667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243076" indent="-244776" algn="l" defTabSz="1219078" rtl="0" eaLnBrk="1" latinLnBrk="0" hangingPunct="1">
        <a:lnSpc>
          <a:spcPct val="103000"/>
        </a:lnSpc>
        <a:spcBef>
          <a:spcPts val="667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243076" indent="-244776" algn="l" defTabSz="1219078" rtl="0" eaLnBrk="1" latinLnBrk="0" hangingPunct="1">
        <a:lnSpc>
          <a:spcPct val="103000"/>
        </a:lnSpc>
        <a:spcBef>
          <a:spcPts val="667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76" indent="-244776" algn="l" defTabSz="1219078" rtl="0" eaLnBrk="1" latinLnBrk="0" hangingPunct="1">
        <a:lnSpc>
          <a:spcPct val="103000"/>
        </a:lnSpc>
        <a:spcBef>
          <a:spcPts val="667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243076" indent="-244776" algn="l" defTabSz="1219078" rtl="0" eaLnBrk="1" latinLnBrk="0" hangingPunct="1">
        <a:lnSpc>
          <a:spcPct val="103000"/>
        </a:lnSpc>
        <a:spcBef>
          <a:spcPts val="667"/>
        </a:spcBef>
        <a:buFont typeface="Arial" panose="020B0604020202020204" pitchFamily="34" charset="0"/>
        <a:buChar char="–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2.png"/><Relationship Id="rId5" Type="http://schemas.openxmlformats.org/officeDocument/2006/relationships/tags" Target="../tags/tag9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3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tags" Target="../tags/tag41.xml"/><Relationship Id="rId3" Type="http://schemas.openxmlformats.org/officeDocument/2006/relationships/tags" Target="../tags/tag26.xml"/><Relationship Id="rId21" Type="http://schemas.openxmlformats.org/officeDocument/2006/relationships/image" Target="../media/image6.png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tags" Target="../tags/tag40.xml"/><Relationship Id="rId2" Type="http://schemas.openxmlformats.org/officeDocument/2006/relationships/tags" Target="../tags/tag25.xml"/><Relationship Id="rId16" Type="http://schemas.openxmlformats.org/officeDocument/2006/relationships/tags" Target="../tags/tag39.xml"/><Relationship Id="rId20" Type="http://schemas.openxmlformats.org/officeDocument/2006/relationships/image" Target="../media/image5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tags" Target="../tags/tag38.xml"/><Relationship Id="rId10" Type="http://schemas.openxmlformats.org/officeDocument/2006/relationships/tags" Target="../tags/tag33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Relationship Id="rId2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image" Target="../media/image9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image" Target="../media/image8.png"/><Relationship Id="rId2" Type="http://schemas.openxmlformats.org/officeDocument/2006/relationships/tags" Target="../tags/tag43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10" Type="http://schemas.openxmlformats.org/officeDocument/2006/relationships/tags" Target="../tags/tag51.xml"/><Relationship Id="rId19" Type="http://schemas.openxmlformats.org/officeDocument/2006/relationships/image" Target="../media/image10.png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6" Type="http://schemas.openxmlformats.org/officeDocument/2006/relationships/image" Target="../media/image12.png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image" Target="../media/image11.png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100.xml"/><Relationship Id="rId21" Type="http://schemas.openxmlformats.org/officeDocument/2006/relationships/tags" Target="../tags/tag95.xml"/><Relationship Id="rId42" Type="http://schemas.openxmlformats.org/officeDocument/2006/relationships/tags" Target="../tags/tag116.xml"/><Relationship Id="rId47" Type="http://schemas.openxmlformats.org/officeDocument/2006/relationships/tags" Target="../tags/tag121.xml"/><Relationship Id="rId63" Type="http://schemas.openxmlformats.org/officeDocument/2006/relationships/tags" Target="../tags/tag137.xml"/><Relationship Id="rId68" Type="http://schemas.openxmlformats.org/officeDocument/2006/relationships/tags" Target="../tags/tag142.xml"/><Relationship Id="rId84" Type="http://schemas.openxmlformats.org/officeDocument/2006/relationships/tags" Target="../tags/tag158.xml"/><Relationship Id="rId89" Type="http://schemas.openxmlformats.org/officeDocument/2006/relationships/tags" Target="../tags/tag163.xml"/><Relationship Id="rId16" Type="http://schemas.openxmlformats.org/officeDocument/2006/relationships/tags" Target="../tags/tag90.xml"/><Relationship Id="rId11" Type="http://schemas.openxmlformats.org/officeDocument/2006/relationships/tags" Target="../tags/tag85.xml"/><Relationship Id="rId32" Type="http://schemas.openxmlformats.org/officeDocument/2006/relationships/tags" Target="../tags/tag106.xml"/><Relationship Id="rId37" Type="http://schemas.openxmlformats.org/officeDocument/2006/relationships/tags" Target="../tags/tag111.xml"/><Relationship Id="rId53" Type="http://schemas.openxmlformats.org/officeDocument/2006/relationships/tags" Target="../tags/tag127.xml"/><Relationship Id="rId58" Type="http://schemas.openxmlformats.org/officeDocument/2006/relationships/tags" Target="../tags/tag132.xml"/><Relationship Id="rId74" Type="http://schemas.openxmlformats.org/officeDocument/2006/relationships/tags" Target="../tags/tag148.xml"/><Relationship Id="rId79" Type="http://schemas.openxmlformats.org/officeDocument/2006/relationships/tags" Target="../tags/tag153.xml"/><Relationship Id="rId5" Type="http://schemas.openxmlformats.org/officeDocument/2006/relationships/tags" Target="../tags/tag79.xml"/><Relationship Id="rId90" Type="http://schemas.openxmlformats.org/officeDocument/2006/relationships/tags" Target="../tags/tag164.xml"/><Relationship Id="rId95" Type="http://schemas.openxmlformats.org/officeDocument/2006/relationships/tags" Target="../tags/tag169.xml"/><Relationship Id="rId22" Type="http://schemas.openxmlformats.org/officeDocument/2006/relationships/tags" Target="../tags/tag96.xml"/><Relationship Id="rId27" Type="http://schemas.openxmlformats.org/officeDocument/2006/relationships/tags" Target="../tags/tag101.xml"/><Relationship Id="rId43" Type="http://schemas.openxmlformats.org/officeDocument/2006/relationships/tags" Target="../tags/tag117.xml"/><Relationship Id="rId48" Type="http://schemas.openxmlformats.org/officeDocument/2006/relationships/tags" Target="../tags/tag122.xml"/><Relationship Id="rId64" Type="http://schemas.openxmlformats.org/officeDocument/2006/relationships/tags" Target="../tags/tag138.xml"/><Relationship Id="rId69" Type="http://schemas.openxmlformats.org/officeDocument/2006/relationships/tags" Target="../tags/tag143.xml"/><Relationship Id="rId80" Type="http://schemas.openxmlformats.org/officeDocument/2006/relationships/tags" Target="../tags/tag154.xml"/><Relationship Id="rId85" Type="http://schemas.openxmlformats.org/officeDocument/2006/relationships/tags" Target="../tags/tag159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5" Type="http://schemas.openxmlformats.org/officeDocument/2006/relationships/tags" Target="../tags/tag99.xml"/><Relationship Id="rId33" Type="http://schemas.openxmlformats.org/officeDocument/2006/relationships/tags" Target="../tags/tag107.xml"/><Relationship Id="rId38" Type="http://schemas.openxmlformats.org/officeDocument/2006/relationships/tags" Target="../tags/tag112.xml"/><Relationship Id="rId46" Type="http://schemas.openxmlformats.org/officeDocument/2006/relationships/tags" Target="../tags/tag120.xml"/><Relationship Id="rId59" Type="http://schemas.openxmlformats.org/officeDocument/2006/relationships/tags" Target="../tags/tag133.xml"/><Relationship Id="rId67" Type="http://schemas.openxmlformats.org/officeDocument/2006/relationships/tags" Target="../tags/tag141.xml"/><Relationship Id="rId20" Type="http://schemas.openxmlformats.org/officeDocument/2006/relationships/tags" Target="../tags/tag94.xml"/><Relationship Id="rId41" Type="http://schemas.openxmlformats.org/officeDocument/2006/relationships/tags" Target="../tags/tag115.xml"/><Relationship Id="rId54" Type="http://schemas.openxmlformats.org/officeDocument/2006/relationships/tags" Target="../tags/tag128.xml"/><Relationship Id="rId62" Type="http://schemas.openxmlformats.org/officeDocument/2006/relationships/tags" Target="../tags/tag136.xml"/><Relationship Id="rId70" Type="http://schemas.openxmlformats.org/officeDocument/2006/relationships/tags" Target="../tags/tag144.xml"/><Relationship Id="rId75" Type="http://schemas.openxmlformats.org/officeDocument/2006/relationships/tags" Target="../tags/tag149.xml"/><Relationship Id="rId83" Type="http://schemas.openxmlformats.org/officeDocument/2006/relationships/tags" Target="../tags/tag157.xml"/><Relationship Id="rId88" Type="http://schemas.openxmlformats.org/officeDocument/2006/relationships/tags" Target="../tags/tag162.xml"/><Relationship Id="rId91" Type="http://schemas.openxmlformats.org/officeDocument/2006/relationships/tags" Target="../tags/tag165.xml"/><Relationship Id="rId96" Type="http://schemas.openxmlformats.org/officeDocument/2006/relationships/tags" Target="../tags/tag170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5" Type="http://schemas.openxmlformats.org/officeDocument/2006/relationships/tags" Target="../tags/tag89.xml"/><Relationship Id="rId23" Type="http://schemas.openxmlformats.org/officeDocument/2006/relationships/tags" Target="../tags/tag97.xml"/><Relationship Id="rId28" Type="http://schemas.openxmlformats.org/officeDocument/2006/relationships/tags" Target="../tags/tag102.xml"/><Relationship Id="rId36" Type="http://schemas.openxmlformats.org/officeDocument/2006/relationships/tags" Target="../tags/tag110.xml"/><Relationship Id="rId49" Type="http://schemas.openxmlformats.org/officeDocument/2006/relationships/tags" Target="../tags/tag123.xml"/><Relationship Id="rId57" Type="http://schemas.openxmlformats.org/officeDocument/2006/relationships/tags" Target="../tags/tag131.xml"/><Relationship Id="rId10" Type="http://schemas.openxmlformats.org/officeDocument/2006/relationships/tags" Target="../tags/tag84.xml"/><Relationship Id="rId31" Type="http://schemas.openxmlformats.org/officeDocument/2006/relationships/tags" Target="../tags/tag105.xml"/><Relationship Id="rId44" Type="http://schemas.openxmlformats.org/officeDocument/2006/relationships/tags" Target="../tags/tag118.xml"/><Relationship Id="rId52" Type="http://schemas.openxmlformats.org/officeDocument/2006/relationships/tags" Target="../tags/tag126.xml"/><Relationship Id="rId60" Type="http://schemas.openxmlformats.org/officeDocument/2006/relationships/tags" Target="../tags/tag134.xml"/><Relationship Id="rId65" Type="http://schemas.openxmlformats.org/officeDocument/2006/relationships/tags" Target="../tags/tag139.xml"/><Relationship Id="rId73" Type="http://schemas.openxmlformats.org/officeDocument/2006/relationships/tags" Target="../tags/tag147.xml"/><Relationship Id="rId78" Type="http://schemas.openxmlformats.org/officeDocument/2006/relationships/tags" Target="../tags/tag152.xml"/><Relationship Id="rId81" Type="http://schemas.openxmlformats.org/officeDocument/2006/relationships/tags" Target="../tags/tag155.xml"/><Relationship Id="rId86" Type="http://schemas.openxmlformats.org/officeDocument/2006/relationships/tags" Target="../tags/tag160.xml"/><Relationship Id="rId94" Type="http://schemas.openxmlformats.org/officeDocument/2006/relationships/tags" Target="../tags/tag168.xml"/><Relationship Id="rId99" Type="http://schemas.openxmlformats.org/officeDocument/2006/relationships/tags" Target="../tags/tag173.xml"/><Relationship Id="rId101" Type="http://schemas.openxmlformats.org/officeDocument/2006/relationships/slideLayout" Target="../slideLayouts/slideLayout6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3" Type="http://schemas.openxmlformats.org/officeDocument/2006/relationships/tags" Target="../tags/tag87.xml"/><Relationship Id="rId18" Type="http://schemas.openxmlformats.org/officeDocument/2006/relationships/tags" Target="../tags/tag92.xml"/><Relationship Id="rId39" Type="http://schemas.openxmlformats.org/officeDocument/2006/relationships/tags" Target="../tags/tag113.xml"/><Relationship Id="rId34" Type="http://schemas.openxmlformats.org/officeDocument/2006/relationships/tags" Target="../tags/tag108.xml"/><Relationship Id="rId50" Type="http://schemas.openxmlformats.org/officeDocument/2006/relationships/tags" Target="../tags/tag124.xml"/><Relationship Id="rId55" Type="http://schemas.openxmlformats.org/officeDocument/2006/relationships/tags" Target="../tags/tag129.xml"/><Relationship Id="rId76" Type="http://schemas.openxmlformats.org/officeDocument/2006/relationships/tags" Target="../tags/tag150.xml"/><Relationship Id="rId97" Type="http://schemas.openxmlformats.org/officeDocument/2006/relationships/tags" Target="../tags/tag171.xml"/><Relationship Id="rId7" Type="http://schemas.openxmlformats.org/officeDocument/2006/relationships/tags" Target="../tags/tag81.xml"/><Relationship Id="rId71" Type="http://schemas.openxmlformats.org/officeDocument/2006/relationships/tags" Target="../tags/tag145.xml"/><Relationship Id="rId92" Type="http://schemas.openxmlformats.org/officeDocument/2006/relationships/tags" Target="../tags/tag166.xml"/><Relationship Id="rId2" Type="http://schemas.openxmlformats.org/officeDocument/2006/relationships/tags" Target="../tags/tag76.xml"/><Relationship Id="rId29" Type="http://schemas.openxmlformats.org/officeDocument/2006/relationships/tags" Target="../tags/tag103.xml"/><Relationship Id="rId24" Type="http://schemas.openxmlformats.org/officeDocument/2006/relationships/tags" Target="../tags/tag98.xml"/><Relationship Id="rId40" Type="http://schemas.openxmlformats.org/officeDocument/2006/relationships/tags" Target="../tags/tag114.xml"/><Relationship Id="rId45" Type="http://schemas.openxmlformats.org/officeDocument/2006/relationships/tags" Target="../tags/tag119.xml"/><Relationship Id="rId66" Type="http://schemas.openxmlformats.org/officeDocument/2006/relationships/tags" Target="../tags/tag140.xml"/><Relationship Id="rId87" Type="http://schemas.openxmlformats.org/officeDocument/2006/relationships/tags" Target="../tags/tag161.xml"/><Relationship Id="rId61" Type="http://schemas.openxmlformats.org/officeDocument/2006/relationships/tags" Target="../tags/tag135.xml"/><Relationship Id="rId82" Type="http://schemas.openxmlformats.org/officeDocument/2006/relationships/tags" Target="../tags/tag156.xml"/><Relationship Id="rId19" Type="http://schemas.openxmlformats.org/officeDocument/2006/relationships/tags" Target="../tags/tag93.xml"/><Relationship Id="rId14" Type="http://schemas.openxmlformats.org/officeDocument/2006/relationships/tags" Target="../tags/tag88.xml"/><Relationship Id="rId30" Type="http://schemas.openxmlformats.org/officeDocument/2006/relationships/tags" Target="../tags/tag104.xml"/><Relationship Id="rId35" Type="http://schemas.openxmlformats.org/officeDocument/2006/relationships/tags" Target="../tags/tag109.xml"/><Relationship Id="rId56" Type="http://schemas.openxmlformats.org/officeDocument/2006/relationships/tags" Target="../tags/tag130.xml"/><Relationship Id="rId77" Type="http://schemas.openxmlformats.org/officeDocument/2006/relationships/tags" Target="../tags/tag151.xml"/><Relationship Id="rId100" Type="http://schemas.openxmlformats.org/officeDocument/2006/relationships/tags" Target="../tags/tag174.xml"/><Relationship Id="rId8" Type="http://schemas.openxmlformats.org/officeDocument/2006/relationships/tags" Target="../tags/tag82.xml"/><Relationship Id="rId51" Type="http://schemas.openxmlformats.org/officeDocument/2006/relationships/tags" Target="../tags/tag125.xml"/><Relationship Id="rId72" Type="http://schemas.openxmlformats.org/officeDocument/2006/relationships/tags" Target="../tags/tag146.xml"/><Relationship Id="rId93" Type="http://schemas.openxmlformats.org/officeDocument/2006/relationships/tags" Target="../tags/tag167.xml"/><Relationship Id="rId98" Type="http://schemas.openxmlformats.org/officeDocument/2006/relationships/tags" Target="../tags/tag172.xml"/><Relationship Id="rId3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13" Type="http://schemas.openxmlformats.org/officeDocument/2006/relationships/tags" Target="../tags/tag187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177.xml"/><Relationship Id="rId21" Type="http://schemas.openxmlformats.org/officeDocument/2006/relationships/image" Target="../media/image15.png"/><Relationship Id="rId7" Type="http://schemas.openxmlformats.org/officeDocument/2006/relationships/tags" Target="../tags/tag181.xml"/><Relationship Id="rId12" Type="http://schemas.openxmlformats.org/officeDocument/2006/relationships/tags" Target="../tags/tag186.xml"/><Relationship Id="rId17" Type="http://schemas.openxmlformats.org/officeDocument/2006/relationships/tags" Target="../tags/tag191.xml"/><Relationship Id="rId2" Type="http://schemas.openxmlformats.org/officeDocument/2006/relationships/tags" Target="../tags/tag176.xml"/><Relationship Id="rId16" Type="http://schemas.openxmlformats.org/officeDocument/2006/relationships/tags" Target="../tags/tag190.xml"/><Relationship Id="rId20" Type="http://schemas.openxmlformats.org/officeDocument/2006/relationships/image" Target="../media/image14.png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11" Type="http://schemas.openxmlformats.org/officeDocument/2006/relationships/tags" Target="../tags/tag185.xml"/><Relationship Id="rId5" Type="http://schemas.openxmlformats.org/officeDocument/2006/relationships/tags" Target="../tags/tag179.xml"/><Relationship Id="rId15" Type="http://schemas.openxmlformats.org/officeDocument/2006/relationships/tags" Target="../tags/tag189.xml"/><Relationship Id="rId10" Type="http://schemas.openxmlformats.org/officeDocument/2006/relationships/tags" Target="../tags/tag184.xml"/><Relationship Id="rId19" Type="http://schemas.openxmlformats.org/officeDocument/2006/relationships/image" Target="../media/image13.png"/><Relationship Id="rId4" Type="http://schemas.openxmlformats.org/officeDocument/2006/relationships/tags" Target="../tags/tag178.xml"/><Relationship Id="rId9" Type="http://schemas.openxmlformats.org/officeDocument/2006/relationships/tags" Target="../tags/tag183.xml"/><Relationship Id="rId14" Type="http://schemas.openxmlformats.org/officeDocument/2006/relationships/tags" Target="../tags/tag18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13" Type="http://schemas.openxmlformats.org/officeDocument/2006/relationships/tags" Target="../tags/tag204.xml"/><Relationship Id="rId18" Type="http://schemas.openxmlformats.org/officeDocument/2006/relationships/tags" Target="../tags/tag209.xml"/><Relationship Id="rId3" Type="http://schemas.openxmlformats.org/officeDocument/2006/relationships/tags" Target="../tags/tag194.xml"/><Relationship Id="rId21" Type="http://schemas.openxmlformats.org/officeDocument/2006/relationships/oleObject" Target="../embeddings/oleObject1.bin"/><Relationship Id="rId7" Type="http://schemas.openxmlformats.org/officeDocument/2006/relationships/tags" Target="../tags/tag198.xml"/><Relationship Id="rId12" Type="http://schemas.openxmlformats.org/officeDocument/2006/relationships/tags" Target="../tags/tag203.xml"/><Relationship Id="rId17" Type="http://schemas.openxmlformats.org/officeDocument/2006/relationships/tags" Target="../tags/tag208.xml"/><Relationship Id="rId2" Type="http://schemas.openxmlformats.org/officeDocument/2006/relationships/tags" Target="../tags/tag193.xml"/><Relationship Id="rId16" Type="http://schemas.openxmlformats.org/officeDocument/2006/relationships/tags" Target="../tags/tag207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tags" Target="../tags/tag202.xml"/><Relationship Id="rId24" Type="http://schemas.openxmlformats.org/officeDocument/2006/relationships/image" Target="../media/image17.png"/><Relationship Id="rId5" Type="http://schemas.openxmlformats.org/officeDocument/2006/relationships/tags" Target="../tags/tag196.xml"/><Relationship Id="rId15" Type="http://schemas.openxmlformats.org/officeDocument/2006/relationships/tags" Target="../tags/tag206.xml"/><Relationship Id="rId23" Type="http://schemas.openxmlformats.org/officeDocument/2006/relationships/image" Target="../media/image8.png"/><Relationship Id="rId10" Type="http://schemas.openxmlformats.org/officeDocument/2006/relationships/tags" Target="../tags/tag201.xml"/><Relationship Id="rId19" Type="http://schemas.openxmlformats.org/officeDocument/2006/relationships/tags" Target="../tags/tag210.xml"/><Relationship Id="rId4" Type="http://schemas.openxmlformats.org/officeDocument/2006/relationships/tags" Target="../tags/tag195.xml"/><Relationship Id="rId9" Type="http://schemas.openxmlformats.org/officeDocument/2006/relationships/tags" Target="../tags/tag200.xml"/><Relationship Id="rId14" Type="http://schemas.openxmlformats.org/officeDocument/2006/relationships/tags" Target="../tags/tag205.xml"/><Relationship Id="rId22" Type="http://schemas.openxmlformats.org/officeDocument/2006/relationships/image" Target="../media/image16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223.xml"/><Relationship Id="rId18" Type="http://schemas.openxmlformats.org/officeDocument/2006/relationships/tags" Target="../tags/tag228.xml"/><Relationship Id="rId26" Type="http://schemas.openxmlformats.org/officeDocument/2006/relationships/tags" Target="../tags/tag236.xml"/><Relationship Id="rId3" Type="http://schemas.openxmlformats.org/officeDocument/2006/relationships/tags" Target="../tags/tag213.xml"/><Relationship Id="rId21" Type="http://schemas.openxmlformats.org/officeDocument/2006/relationships/tags" Target="../tags/tag231.xml"/><Relationship Id="rId34" Type="http://schemas.openxmlformats.org/officeDocument/2006/relationships/image" Target="../media/image19.png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17" Type="http://schemas.openxmlformats.org/officeDocument/2006/relationships/tags" Target="../tags/tag227.xml"/><Relationship Id="rId25" Type="http://schemas.openxmlformats.org/officeDocument/2006/relationships/tags" Target="../tags/tag235.xml"/><Relationship Id="rId33" Type="http://schemas.openxmlformats.org/officeDocument/2006/relationships/image" Target="../media/image18.png"/><Relationship Id="rId2" Type="http://schemas.openxmlformats.org/officeDocument/2006/relationships/tags" Target="../tags/tag212.xml"/><Relationship Id="rId16" Type="http://schemas.openxmlformats.org/officeDocument/2006/relationships/tags" Target="../tags/tag226.xml"/><Relationship Id="rId20" Type="http://schemas.openxmlformats.org/officeDocument/2006/relationships/tags" Target="../tags/tag230.xml"/><Relationship Id="rId29" Type="http://schemas.openxmlformats.org/officeDocument/2006/relationships/tags" Target="../tags/tag239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24" Type="http://schemas.openxmlformats.org/officeDocument/2006/relationships/tags" Target="../tags/tag234.xml"/><Relationship Id="rId32" Type="http://schemas.openxmlformats.org/officeDocument/2006/relationships/slideLayout" Target="../slideLayouts/slideLayout6.xml"/><Relationship Id="rId5" Type="http://schemas.openxmlformats.org/officeDocument/2006/relationships/tags" Target="../tags/tag215.xml"/><Relationship Id="rId15" Type="http://schemas.openxmlformats.org/officeDocument/2006/relationships/tags" Target="../tags/tag225.xml"/><Relationship Id="rId23" Type="http://schemas.openxmlformats.org/officeDocument/2006/relationships/tags" Target="../tags/tag233.xml"/><Relationship Id="rId28" Type="http://schemas.openxmlformats.org/officeDocument/2006/relationships/tags" Target="../tags/tag238.xml"/><Relationship Id="rId10" Type="http://schemas.openxmlformats.org/officeDocument/2006/relationships/tags" Target="../tags/tag220.xml"/><Relationship Id="rId19" Type="http://schemas.openxmlformats.org/officeDocument/2006/relationships/tags" Target="../tags/tag229.xml"/><Relationship Id="rId31" Type="http://schemas.openxmlformats.org/officeDocument/2006/relationships/tags" Target="../tags/tag241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tags" Target="../tags/tag224.xml"/><Relationship Id="rId22" Type="http://schemas.openxmlformats.org/officeDocument/2006/relationships/tags" Target="../tags/tag232.xml"/><Relationship Id="rId27" Type="http://schemas.openxmlformats.org/officeDocument/2006/relationships/tags" Target="../tags/tag237.xml"/><Relationship Id="rId30" Type="http://schemas.openxmlformats.org/officeDocument/2006/relationships/tags" Target="../tags/tag240.xml"/><Relationship Id="rId35" Type="http://schemas.openxmlformats.org/officeDocument/2006/relationships/image" Target="../media/image20.png"/><Relationship Id="rId8" Type="http://schemas.openxmlformats.org/officeDocument/2006/relationships/tags" Target="../tags/tag218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54.xml"/><Relationship Id="rId18" Type="http://schemas.openxmlformats.org/officeDocument/2006/relationships/tags" Target="../tags/tag259.xml"/><Relationship Id="rId26" Type="http://schemas.openxmlformats.org/officeDocument/2006/relationships/tags" Target="../tags/tag267.xml"/><Relationship Id="rId39" Type="http://schemas.openxmlformats.org/officeDocument/2006/relationships/image" Target="../media/image18.png"/><Relationship Id="rId21" Type="http://schemas.openxmlformats.org/officeDocument/2006/relationships/tags" Target="../tags/tag262.xml"/><Relationship Id="rId34" Type="http://schemas.openxmlformats.org/officeDocument/2006/relationships/tags" Target="../tags/tag275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5" Type="http://schemas.openxmlformats.org/officeDocument/2006/relationships/tags" Target="../tags/tag266.xml"/><Relationship Id="rId33" Type="http://schemas.openxmlformats.org/officeDocument/2006/relationships/tags" Target="../tags/tag274.xml"/><Relationship Id="rId38" Type="http://schemas.openxmlformats.org/officeDocument/2006/relationships/slideLayout" Target="../slideLayouts/slideLayout6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20" Type="http://schemas.openxmlformats.org/officeDocument/2006/relationships/tags" Target="../tags/tag261.xml"/><Relationship Id="rId29" Type="http://schemas.openxmlformats.org/officeDocument/2006/relationships/tags" Target="../tags/tag270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24" Type="http://schemas.openxmlformats.org/officeDocument/2006/relationships/tags" Target="../tags/tag265.xml"/><Relationship Id="rId32" Type="http://schemas.openxmlformats.org/officeDocument/2006/relationships/tags" Target="../tags/tag273.xml"/><Relationship Id="rId37" Type="http://schemas.openxmlformats.org/officeDocument/2006/relationships/tags" Target="../tags/tag278.xml"/><Relationship Id="rId40" Type="http://schemas.openxmlformats.org/officeDocument/2006/relationships/image" Target="../media/image19.png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23" Type="http://schemas.openxmlformats.org/officeDocument/2006/relationships/tags" Target="../tags/tag264.xml"/><Relationship Id="rId28" Type="http://schemas.openxmlformats.org/officeDocument/2006/relationships/tags" Target="../tags/tag269.xml"/><Relationship Id="rId36" Type="http://schemas.openxmlformats.org/officeDocument/2006/relationships/tags" Target="../tags/tag277.xml"/><Relationship Id="rId10" Type="http://schemas.openxmlformats.org/officeDocument/2006/relationships/tags" Target="../tags/tag251.xml"/><Relationship Id="rId19" Type="http://schemas.openxmlformats.org/officeDocument/2006/relationships/tags" Target="../tags/tag260.xml"/><Relationship Id="rId31" Type="http://schemas.openxmlformats.org/officeDocument/2006/relationships/tags" Target="../tags/tag272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Relationship Id="rId22" Type="http://schemas.openxmlformats.org/officeDocument/2006/relationships/tags" Target="../tags/tag263.xml"/><Relationship Id="rId27" Type="http://schemas.openxmlformats.org/officeDocument/2006/relationships/tags" Target="../tags/tag268.xml"/><Relationship Id="rId30" Type="http://schemas.openxmlformats.org/officeDocument/2006/relationships/tags" Target="../tags/tag271.xml"/><Relationship Id="rId35" Type="http://schemas.openxmlformats.org/officeDocument/2006/relationships/tags" Target="../tags/tag276.xml"/><Relationship Id="rId8" Type="http://schemas.openxmlformats.org/officeDocument/2006/relationships/tags" Target="../tags/tag249.xml"/><Relationship Id="rId3" Type="http://schemas.openxmlformats.org/officeDocument/2006/relationships/tags" Target="../tags/tag24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86.xml"/><Relationship Id="rId13" Type="http://schemas.openxmlformats.org/officeDocument/2006/relationships/image" Target="../media/image21.png"/><Relationship Id="rId3" Type="http://schemas.openxmlformats.org/officeDocument/2006/relationships/tags" Target="../tags/tag281.xml"/><Relationship Id="rId7" Type="http://schemas.openxmlformats.org/officeDocument/2006/relationships/tags" Target="../tags/tag285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tags" Target="../tags/tag284.xml"/><Relationship Id="rId11" Type="http://schemas.openxmlformats.org/officeDocument/2006/relationships/tags" Target="../tags/tag289.xml"/><Relationship Id="rId5" Type="http://schemas.openxmlformats.org/officeDocument/2006/relationships/tags" Target="../tags/tag283.xml"/><Relationship Id="rId10" Type="http://schemas.openxmlformats.org/officeDocument/2006/relationships/tags" Target="../tags/tag288.xml"/><Relationship Id="rId4" Type="http://schemas.openxmlformats.org/officeDocument/2006/relationships/tags" Target="../tags/tag282.xml"/><Relationship Id="rId9" Type="http://schemas.openxmlformats.org/officeDocument/2006/relationships/tags" Target="../tags/tag28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92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tags" Target="../tags/tag308.xml"/><Relationship Id="rId18" Type="http://schemas.openxmlformats.org/officeDocument/2006/relationships/image" Target="../media/image24.jpeg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12" Type="http://schemas.openxmlformats.org/officeDocument/2006/relationships/tags" Target="../tags/tag307.xml"/><Relationship Id="rId17" Type="http://schemas.openxmlformats.org/officeDocument/2006/relationships/image" Target="../media/image23.jpeg"/><Relationship Id="rId2" Type="http://schemas.openxmlformats.org/officeDocument/2006/relationships/tags" Target="../tags/tag297.xml"/><Relationship Id="rId16" Type="http://schemas.openxmlformats.org/officeDocument/2006/relationships/image" Target="../media/image22.jpeg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tags" Target="../tags/tag306.xml"/><Relationship Id="rId5" Type="http://schemas.openxmlformats.org/officeDocument/2006/relationships/tags" Target="../tags/tag300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305.xml"/><Relationship Id="rId19" Type="http://schemas.openxmlformats.org/officeDocument/2006/relationships/image" Target="../media/image25.jpeg"/><Relationship Id="rId4" Type="http://schemas.openxmlformats.org/officeDocument/2006/relationships/tags" Target="../tags/tag299.xml"/><Relationship Id="rId9" Type="http://schemas.openxmlformats.org/officeDocument/2006/relationships/tags" Target="../tags/tag304.xml"/><Relationship Id="rId14" Type="http://schemas.openxmlformats.org/officeDocument/2006/relationships/tags" Target="../tags/tag30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17.xml"/><Relationship Id="rId13" Type="http://schemas.openxmlformats.org/officeDocument/2006/relationships/tags" Target="../tags/tag322.xml"/><Relationship Id="rId18" Type="http://schemas.openxmlformats.org/officeDocument/2006/relationships/tags" Target="../tags/tag327.xml"/><Relationship Id="rId3" Type="http://schemas.openxmlformats.org/officeDocument/2006/relationships/tags" Target="../tags/tag312.xml"/><Relationship Id="rId21" Type="http://schemas.openxmlformats.org/officeDocument/2006/relationships/image" Target="../media/image26.gif"/><Relationship Id="rId7" Type="http://schemas.openxmlformats.org/officeDocument/2006/relationships/tags" Target="../tags/tag316.xml"/><Relationship Id="rId12" Type="http://schemas.openxmlformats.org/officeDocument/2006/relationships/tags" Target="../tags/tag321.xml"/><Relationship Id="rId17" Type="http://schemas.openxmlformats.org/officeDocument/2006/relationships/tags" Target="../tags/tag326.xml"/><Relationship Id="rId2" Type="http://schemas.openxmlformats.org/officeDocument/2006/relationships/tags" Target="../tags/tag311.xml"/><Relationship Id="rId16" Type="http://schemas.openxmlformats.org/officeDocument/2006/relationships/tags" Target="../tags/tag325.xml"/><Relationship Id="rId20" Type="http://schemas.openxmlformats.org/officeDocument/2006/relationships/notesSlide" Target="../notesSlides/notesSlide3.xml"/><Relationship Id="rId1" Type="http://schemas.openxmlformats.org/officeDocument/2006/relationships/tags" Target="../tags/tag310.xml"/><Relationship Id="rId6" Type="http://schemas.openxmlformats.org/officeDocument/2006/relationships/tags" Target="../tags/tag315.xml"/><Relationship Id="rId11" Type="http://schemas.openxmlformats.org/officeDocument/2006/relationships/tags" Target="../tags/tag320.xml"/><Relationship Id="rId5" Type="http://schemas.openxmlformats.org/officeDocument/2006/relationships/tags" Target="../tags/tag314.xml"/><Relationship Id="rId15" Type="http://schemas.openxmlformats.org/officeDocument/2006/relationships/tags" Target="../tags/tag324.xml"/><Relationship Id="rId23" Type="http://schemas.openxmlformats.org/officeDocument/2006/relationships/image" Target="../media/image28.png"/><Relationship Id="rId10" Type="http://schemas.openxmlformats.org/officeDocument/2006/relationships/tags" Target="../tags/tag319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313.xml"/><Relationship Id="rId9" Type="http://schemas.openxmlformats.org/officeDocument/2006/relationships/tags" Target="../tags/tag318.xml"/><Relationship Id="rId14" Type="http://schemas.openxmlformats.org/officeDocument/2006/relationships/tags" Target="../tags/tag323.xml"/><Relationship Id="rId22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340.xml"/><Relationship Id="rId18" Type="http://schemas.openxmlformats.org/officeDocument/2006/relationships/tags" Target="../tags/tag345.xml"/><Relationship Id="rId26" Type="http://schemas.openxmlformats.org/officeDocument/2006/relationships/tags" Target="../tags/tag353.xml"/><Relationship Id="rId39" Type="http://schemas.openxmlformats.org/officeDocument/2006/relationships/image" Target="../media/image27.png"/><Relationship Id="rId21" Type="http://schemas.openxmlformats.org/officeDocument/2006/relationships/tags" Target="../tags/tag348.xml"/><Relationship Id="rId34" Type="http://schemas.openxmlformats.org/officeDocument/2006/relationships/slideLayout" Target="../slideLayouts/slideLayout6.xml"/><Relationship Id="rId7" Type="http://schemas.openxmlformats.org/officeDocument/2006/relationships/tags" Target="../tags/tag334.xml"/><Relationship Id="rId2" Type="http://schemas.openxmlformats.org/officeDocument/2006/relationships/tags" Target="../tags/tag329.xml"/><Relationship Id="rId16" Type="http://schemas.openxmlformats.org/officeDocument/2006/relationships/tags" Target="../tags/tag343.xml"/><Relationship Id="rId20" Type="http://schemas.openxmlformats.org/officeDocument/2006/relationships/tags" Target="../tags/tag347.xml"/><Relationship Id="rId29" Type="http://schemas.openxmlformats.org/officeDocument/2006/relationships/tags" Target="../tags/tag356.xml"/><Relationship Id="rId41" Type="http://schemas.openxmlformats.org/officeDocument/2006/relationships/image" Target="../media/image31.gif"/><Relationship Id="rId1" Type="http://schemas.openxmlformats.org/officeDocument/2006/relationships/tags" Target="../tags/tag328.xml"/><Relationship Id="rId6" Type="http://schemas.openxmlformats.org/officeDocument/2006/relationships/tags" Target="../tags/tag333.xml"/><Relationship Id="rId11" Type="http://schemas.openxmlformats.org/officeDocument/2006/relationships/tags" Target="../tags/tag338.xml"/><Relationship Id="rId24" Type="http://schemas.openxmlformats.org/officeDocument/2006/relationships/tags" Target="../tags/tag351.xml"/><Relationship Id="rId32" Type="http://schemas.openxmlformats.org/officeDocument/2006/relationships/tags" Target="../tags/tag359.xml"/><Relationship Id="rId37" Type="http://schemas.openxmlformats.org/officeDocument/2006/relationships/image" Target="../media/image26.gif"/><Relationship Id="rId40" Type="http://schemas.openxmlformats.org/officeDocument/2006/relationships/hyperlink" Target="https://youtu.be/IZxeJ6sPaOw" TargetMode="External"/><Relationship Id="rId5" Type="http://schemas.openxmlformats.org/officeDocument/2006/relationships/tags" Target="../tags/tag332.xml"/><Relationship Id="rId15" Type="http://schemas.openxmlformats.org/officeDocument/2006/relationships/tags" Target="../tags/tag342.xml"/><Relationship Id="rId23" Type="http://schemas.openxmlformats.org/officeDocument/2006/relationships/tags" Target="../tags/tag350.xml"/><Relationship Id="rId28" Type="http://schemas.openxmlformats.org/officeDocument/2006/relationships/tags" Target="../tags/tag355.xml"/><Relationship Id="rId36" Type="http://schemas.openxmlformats.org/officeDocument/2006/relationships/image" Target="../media/image29.jpeg"/><Relationship Id="rId10" Type="http://schemas.openxmlformats.org/officeDocument/2006/relationships/tags" Target="../tags/tag337.xml"/><Relationship Id="rId19" Type="http://schemas.openxmlformats.org/officeDocument/2006/relationships/tags" Target="../tags/tag346.xml"/><Relationship Id="rId31" Type="http://schemas.openxmlformats.org/officeDocument/2006/relationships/tags" Target="../tags/tag358.xml"/><Relationship Id="rId4" Type="http://schemas.openxmlformats.org/officeDocument/2006/relationships/tags" Target="../tags/tag331.xml"/><Relationship Id="rId9" Type="http://schemas.openxmlformats.org/officeDocument/2006/relationships/tags" Target="../tags/tag336.xml"/><Relationship Id="rId14" Type="http://schemas.openxmlformats.org/officeDocument/2006/relationships/tags" Target="../tags/tag341.xml"/><Relationship Id="rId22" Type="http://schemas.openxmlformats.org/officeDocument/2006/relationships/tags" Target="../tags/tag349.xml"/><Relationship Id="rId27" Type="http://schemas.openxmlformats.org/officeDocument/2006/relationships/tags" Target="../tags/tag354.xml"/><Relationship Id="rId30" Type="http://schemas.openxmlformats.org/officeDocument/2006/relationships/tags" Target="../tags/tag357.xml"/><Relationship Id="rId35" Type="http://schemas.openxmlformats.org/officeDocument/2006/relationships/notesSlide" Target="../notesSlides/notesSlide4.xml"/><Relationship Id="rId8" Type="http://schemas.openxmlformats.org/officeDocument/2006/relationships/tags" Target="../tags/tag335.xml"/><Relationship Id="rId3" Type="http://schemas.openxmlformats.org/officeDocument/2006/relationships/tags" Target="../tags/tag330.xml"/><Relationship Id="rId12" Type="http://schemas.openxmlformats.org/officeDocument/2006/relationships/tags" Target="../tags/tag339.xml"/><Relationship Id="rId17" Type="http://schemas.openxmlformats.org/officeDocument/2006/relationships/tags" Target="../tags/tag344.xml"/><Relationship Id="rId25" Type="http://schemas.openxmlformats.org/officeDocument/2006/relationships/tags" Target="../tags/tag352.xml"/><Relationship Id="rId33" Type="http://schemas.openxmlformats.org/officeDocument/2006/relationships/tags" Target="../tags/tag360.xml"/><Relationship Id="rId38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68.xml"/><Relationship Id="rId13" Type="http://schemas.openxmlformats.org/officeDocument/2006/relationships/tags" Target="../tags/tag373.xml"/><Relationship Id="rId18" Type="http://schemas.openxmlformats.org/officeDocument/2006/relationships/tags" Target="../tags/tag378.xml"/><Relationship Id="rId26" Type="http://schemas.openxmlformats.org/officeDocument/2006/relationships/slideLayout" Target="../slideLayouts/slideLayout6.xml"/><Relationship Id="rId3" Type="http://schemas.openxmlformats.org/officeDocument/2006/relationships/tags" Target="../tags/tag363.xml"/><Relationship Id="rId21" Type="http://schemas.openxmlformats.org/officeDocument/2006/relationships/tags" Target="../tags/tag381.xml"/><Relationship Id="rId7" Type="http://schemas.openxmlformats.org/officeDocument/2006/relationships/tags" Target="../tags/tag367.xml"/><Relationship Id="rId12" Type="http://schemas.openxmlformats.org/officeDocument/2006/relationships/tags" Target="../tags/tag372.xml"/><Relationship Id="rId17" Type="http://schemas.openxmlformats.org/officeDocument/2006/relationships/tags" Target="../tags/tag377.xml"/><Relationship Id="rId25" Type="http://schemas.openxmlformats.org/officeDocument/2006/relationships/tags" Target="../tags/tag385.xml"/><Relationship Id="rId2" Type="http://schemas.openxmlformats.org/officeDocument/2006/relationships/tags" Target="../tags/tag362.xml"/><Relationship Id="rId16" Type="http://schemas.openxmlformats.org/officeDocument/2006/relationships/tags" Target="../tags/tag376.xml"/><Relationship Id="rId20" Type="http://schemas.openxmlformats.org/officeDocument/2006/relationships/tags" Target="../tags/tag380.xml"/><Relationship Id="rId1" Type="http://schemas.openxmlformats.org/officeDocument/2006/relationships/tags" Target="../tags/tag361.xml"/><Relationship Id="rId6" Type="http://schemas.openxmlformats.org/officeDocument/2006/relationships/tags" Target="../tags/tag366.xml"/><Relationship Id="rId11" Type="http://schemas.openxmlformats.org/officeDocument/2006/relationships/tags" Target="../tags/tag371.xml"/><Relationship Id="rId24" Type="http://schemas.openxmlformats.org/officeDocument/2006/relationships/tags" Target="../tags/tag384.xml"/><Relationship Id="rId5" Type="http://schemas.openxmlformats.org/officeDocument/2006/relationships/tags" Target="../tags/tag365.xml"/><Relationship Id="rId15" Type="http://schemas.openxmlformats.org/officeDocument/2006/relationships/tags" Target="../tags/tag375.xml"/><Relationship Id="rId23" Type="http://schemas.openxmlformats.org/officeDocument/2006/relationships/tags" Target="../tags/tag383.xml"/><Relationship Id="rId10" Type="http://schemas.openxmlformats.org/officeDocument/2006/relationships/tags" Target="../tags/tag370.xml"/><Relationship Id="rId19" Type="http://schemas.openxmlformats.org/officeDocument/2006/relationships/tags" Target="../tags/tag379.xml"/><Relationship Id="rId4" Type="http://schemas.openxmlformats.org/officeDocument/2006/relationships/tags" Target="../tags/tag364.xml"/><Relationship Id="rId9" Type="http://schemas.openxmlformats.org/officeDocument/2006/relationships/tags" Target="../tags/tag369.xml"/><Relationship Id="rId14" Type="http://schemas.openxmlformats.org/officeDocument/2006/relationships/tags" Target="../tags/tag374.xml"/><Relationship Id="rId22" Type="http://schemas.openxmlformats.org/officeDocument/2006/relationships/tags" Target="../tags/tag382.xml"/><Relationship Id="rId27" Type="http://schemas.openxmlformats.org/officeDocument/2006/relationships/notesSlide" Target="../notesSlides/notes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88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387.xml"/><Relationship Id="rId1" Type="http://schemas.openxmlformats.org/officeDocument/2006/relationships/tags" Target="../tags/tag386.xml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tags" Target="../tags/tag38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99.xml"/><Relationship Id="rId3" Type="http://schemas.openxmlformats.org/officeDocument/2006/relationships/tags" Target="../tags/tag394.xml"/><Relationship Id="rId7" Type="http://schemas.openxmlformats.org/officeDocument/2006/relationships/tags" Target="../tags/tag398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395.xml"/><Relationship Id="rId9" Type="http://schemas.openxmlformats.org/officeDocument/2006/relationships/tags" Target="../tags/tag40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08.xml"/><Relationship Id="rId13" Type="http://schemas.openxmlformats.org/officeDocument/2006/relationships/tags" Target="../tags/tag413.xml"/><Relationship Id="rId18" Type="http://schemas.openxmlformats.org/officeDocument/2006/relationships/tags" Target="../tags/tag418.xml"/><Relationship Id="rId26" Type="http://schemas.openxmlformats.org/officeDocument/2006/relationships/image" Target="../media/image33.png"/><Relationship Id="rId3" Type="http://schemas.openxmlformats.org/officeDocument/2006/relationships/tags" Target="../tags/tag403.xml"/><Relationship Id="rId21" Type="http://schemas.openxmlformats.org/officeDocument/2006/relationships/tags" Target="../tags/tag421.xml"/><Relationship Id="rId7" Type="http://schemas.openxmlformats.org/officeDocument/2006/relationships/tags" Target="../tags/tag407.xml"/><Relationship Id="rId12" Type="http://schemas.openxmlformats.org/officeDocument/2006/relationships/tags" Target="../tags/tag412.xml"/><Relationship Id="rId17" Type="http://schemas.openxmlformats.org/officeDocument/2006/relationships/tags" Target="../tags/tag417.xml"/><Relationship Id="rId25" Type="http://schemas.openxmlformats.org/officeDocument/2006/relationships/image" Target="../media/image32.png"/><Relationship Id="rId2" Type="http://schemas.openxmlformats.org/officeDocument/2006/relationships/tags" Target="../tags/tag402.xml"/><Relationship Id="rId16" Type="http://schemas.openxmlformats.org/officeDocument/2006/relationships/tags" Target="../tags/tag416.xml"/><Relationship Id="rId20" Type="http://schemas.openxmlformats.org/officeDocument/2006/relationships/tags" Target="../tags/tag420.xml"/><Relationship Id="rId29" Type="http://schemas.openxmlformats.org/officeDocument/2006/relationships/image" Target="../media/image36.png"/><Relationship Id="rId1" Type="http://schemas.openxmlformats.org/officeDocument/2006/relationships/tags" Target="../tags/tag401.xml"/><Relationship Id="rId6" Type="http://schemas.openxmlformats.org/officeDocument/2006/relationships/tags" Target="../tags/tag406.xml"/><Relationship Id="rId11" Type="http://schemas.openxmlformats.org/officeDocument/2006/relationships/tags" Target="../tags/tag411.xml"/><Relationship Id="rId24" Type="http://schemas.openxmlformats.org/officeDocument/2006/relationships/slideLayout" Target="../slideLayouts/slideLayout6.xml"/><Relationship Id="rId32" Type="http://schemas.openxmlformats.org/officeDocument/2006/relationships/image" Target="../media/image39.png"/><Relationship Id="rId5" Type="http://schemas.openxmlformats.org/officeDocument/2006/relationships/tags" Target="../tags/tag405.xml"/><Relationship Id="rId15" Type="http://schemas.openxmlformats.org/officeDocument/2006/relationships/tags" Target="../tags/tag415.xml"/><Relationship Id="rId23" Type="http://schemas.openxmlformats.org/officeDocument/2006/relationships/tags" Target="../tags/tag423.xml"/><Relationship Id="rId28" Type="http://schemas.openxmlformats.org/officeDocument/2006/relationships/image" Target="../media/image35.png"/><Relationship Id="rId10" Type="http://schemas.openxmlformats.org/officeDocument/2006/relationships/tags" Target="../tags/tag410.xml"/><Relationship Id="rId19" Type="http://schemas.openxmlformats.org/officeDocument/2006/relationships/tags" Target="../tags/tag419.xml"/><Relationship Id="rId31" Type="http://schemas.openxmlformats.org/officeDocument/2006/relationships/image" Target="../media/image38.png"/><Relationship Id="rId4" Type="http://schemas.openxmlformats.org/officeDocument/2006/relationships/tags" Target="../tags/tag404.xml"/><Relationship Id="rId9" Type="http://schemas.openxmlformats.org/officeDocument/2006/relationships/tags" Target="../tags/tag409.xml"/><Relationship Id="rId14" Type="http://schemas.openxmlformats.org/officeDocument/2006/relationships/tags" Target="../tags/tag414.xml"/><Relationship Id="rId22" Type="http://schemas.openxmlformats.org/officeDocument/2006/relationships/tags" Target="../tags/tag422.xml"/><Relationship Id="rId27" Type="http://schemas.openxmlformats.org/officeDocument/2006/relationships/image" Target="../media/image34.tiff"/><Relationship Id="rId30" Type="http://schemas.openxmlformats.org/officeDocument/2006/relationships/image" Target="../media/image37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431.xml"/><Relationship Id="rId13" Type="http://schemas.openxmlformats.org/officeDocument/2006/relationships/tags" Target="../tags/tag436.xml"/><Relationship Id="rId18" Type="http://schemas.openxmlformats.org/officeDocument/2006/relationships/tags" Target="../tags/tag441.xml"/><Relationship Id="rId3" Type="http://schemas.openxmlformats.org/officeDocument/2006/relationships/tags" Target="../tags/tag426.xml"/><Relationship Id="rId21" Type="http://schemas.openxmlformats.org/officeDocument/2006/relationships/image" Target="../media/image33.png"/><Relationship Id="rId7" Type="http://schemas.openxmlformats.org/officeDocument/2006/relationships/tags" Target="../tags/tag430.xml"/><Relationship Id="rId12" Type="http://schemas.openxmlformats.org/officeDocument/2006/relationships/tags" Target="../tags/tag435.xml"/><Relationship Id="rId17" Type="http://schemas.openxmlformats.org/officeDocument/2006/relationships/tags" Target="../tags/tag440.xml"/><Relationship Id="rId2" Type="http://schemas.openxmlformats.org/officeDocument/2006/relationships/tags" Target="../tags/tag425.xml"/><Relationship Id="rId16" Type="http://schemas.openxmlformats.org/officeDocument/2006/relationships/tags" Target="../tags/tag439.xml"/><Relationship Id="rId20" Type="http://schemas.openxmlformats.org/officeDocument/2006/relationships/image" Target="../media/image32.png"/><Relationship Id="rId1" Type="http://schemas.openxmlformats.org/officeDocument/2006/relationships/tags" Target="../tags/tag424.xml"/><Relationship Id="rId6" Type="http://schemas.openxmlformats.org/officeDocument/2006/relationships/tags" Target="../tags/tag429.xml"/><Relationship Id="rId11" Type="http://schemas.openxmlformats.org/officeDocument/2006/relationships/tags" Target="../tags/tag434.xml"/><Relationship Id="rId5" Type="http://schemas.openxmlformats.org/officeDocument/2006/relationships/tags" Target="../tags/tag428.xml"/><Relationship Id="rId15" Type="http://schemas.openxmlformats.org/officeDocument/2006/relationships/tags" Target="../tags/tag438.xml"/><Relationship Id="rId23" Type="http://schemas.openxmlformats.org/officeDocument/2006/relationships/image" Target="../media/image41.png"/><Relationship Id="rId10" Type="http://schemas.openxmlformats.org/officeDocument/2006/relationships/tags" Target="../tags/tag433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427.xml"/><Relationship Id="rId9" Type="http://schemas.openxmlformats.org/officeDocument/2006/relationships/tags" Target="../tags/tag432.xml"/><Relationship Id="rId14" Type="http://schemas.openxmlformats.org/officeDocument/2006/relationships/tags" Target="../tags/tag437.xml"/><Relationship Id="rId22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49.xml"/><Relationship Id="rId13" Type="http://schemas.openxmlformats.org/officeDocument/2006/relationships/tags" Target="../tags/tag454.xml"/><Relationship Id="rId18" Type="http://schemas.openxmlformats.org/officeDocument/2006/relationships/image" Target="../media/image44.png"/><Relationship Id="rId3" Type="http://schemas.openxmlformats.org/officeDocument/2006/relationships/tags" Target="../tags/tag444.xml"/><Relationship Id="rId7" Type="http://schemas.openxmlformats.org/officeDocument/2006/relationships/tags" Target="../tags/tag448.xml"/><Relationship Id="rId12" Type="http://schemas.openxmlformats.org/officeDocument/2006/relationships/tags" Target="../tags/tag453.xml"/><Relationship Id="rId17" Type="http://schemas.openxmlformats.org/officeDocument/2006/relationships/image" Target="../media/image43.png"/><Relationship Id="rId2" Type="http://schemas.openxmlformats.org/officeDocument/2006/relationships/tags" Target="../tags/tag443.xml"/><Relationship Id="rId16" Type="http://schemas.openxmlformats.org/officeDocument/2006/relationships/image" Target="../media/image42.png"/><Relationship Id="rId1" Type="http://schemas.openxmlformats.org/officeDocument/2006/relationships/tags" Target="../tags/tag442.xml"/><Relationship Id="rId6" Type="http://schemas.openxmlformats.org/officeDocument/2006/relationships/tags" Target="../tags/tag447.xml"/><Relationship Id="rId11" Type="http://schemas.openxmlformats.org/officeDocument/2006/relationships/tags" Target="../tags/tag452.xml"/><Relationship Id="rId5" Type="http://schemas.openxmlformats.org/officeDocument/2006/relationships/tags" Target="../tags/tag446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451.xml"/><Relationship Id="rId19" Type="http://schemas.openxmlformats.org/officeDocument/2006/relationships/image" Target="../media/image45.png"/><Relationship Id="rId4" Type="http://schemas.openxmlformats.org/officeDocument/2006/relationships/tags" Target="../tags/tag445.xml"/><Relationship Id="rId9" Type="http://schemas.openxmlformats.org/officeDocument/2006/relationships/tags" Target="../tags/tag450.xml"/><Relationship Id="rId14" Type="http://schemas.openxmlformats.org/officeDocument/2006/relationships/tags" Target="../tags/tag45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463.xml"/><Relationship Id="rId13" Type="http://schemas.openxmlformats.org/officeDocument/2006/relationships/tags" Target="../tags/tag468.xml"/><Relationship Id="rId18" Type="http://schemas.openxmlformats.org/officeDocument/2006/relationships/image" Target="../media/image47.png"/><Relationship Id="rId3" Type="http://schemas.openxmlformats.org/officeDocument/2006/relationships/tags" Target="../tags/tag458.xml"/><Relationship Id="rId21" Type="http://schemas.openxmlformats.org/officeDocument/2006/relationships/image" Target="../media/image50.jpeg"/><Relationship Id="rId7" Type="http://schemas.openxmlformats.org/officeDocument/2006/relationships/tags" Target="../tags/tag462.xml"/><Relationship Id="rId12" Type="http://schemas.openxmlformats.org/officeDocument/2006/relationships/tags" Target="../tags/tag467.xml"/><Relationship Id="rId17" Type="http://schemas.openxmlformats.org/officeDocument/2006/relationships/image" Target="../media/image46.png"/><Relationship Id="rId2" Type="http://schemas.openxmlformats.org/officeDocument/2006/relationships/tags" Target="../tags/tag457.xml"/><Relationship Id="rId16" Type="http://schemas.openxmlformats.org/officeDocument/2006/relationships/slideLayout" Target="../slideLayouts/slideLayout6.xml"/><Relationship Id="rId20" Type="http://schemas.openxmlformats.org/officeDocument/2006/relationships/image" Target="../media/image49.jpeg"/><Relationship Id="rId1" Type="http://schemas.openxmlformats.org/officeDocument/2006/relationships/tags" Target="../tags/tag456.xml"/><Relationship Id="rId6" Type="http://schemas.openxmlformats.org/officeDocument/2006/relationships/tags" Target="../tags/tag461.xml"/><Relationship Id="rId11" Type="http://schemas.openxmlformats.org/officeDocument/2006/relationships/tags" Target="../tags/tag466.xml"/><Relationship Id="rId5" Type="http://schemas.openxmlformats.org/officeDocument/2006/relationships/tags" Target="../tags/tag460.xml"/><Relationship Id="rId15" Type="http://schemas.openxmlformats.org/officeDocument/2006/relationships/tags" Target="../tags/tag470.xml"/><Relationship Id="rId10" Type="http://schemas.openxmlformats.org/officeDocument/2006/relationships/tags" Target="../tags/tag465.xml"/><Relationship Id="rId19" Type="http://schemas.openxmlformats.org/officeDocument/2006/relationships/image" Target="../media/image48.jpeg"/><Relationship Id="rId4" Type="http://schemas.openxmlformats.org/officeDocument/2006/relationships/tags" Target="../tags/tag459.xml"/><Relationship Id="rId9" Type="http://schemas.openxmlformats.org/officeDocument/2006/relationships/tags" Target="../tags/tag464.xml"/><Relationship Id="rId14" Type="http://schemas.openxmlformats.org/officeDocument/2006/relationships/tags" Target="../tags/tag469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483.xml"/><Relationship Id="rId18" Type="http://schemas.openxmlformats.org/officeDocument/2006/relationships/tags" Target="../tags/tag488.xml"/><Relationship Id="rId26" Type="http://schemas.openxmlformats.org/officeDocument/2006/relationships/tags" Target="../tags/tag496.xml"/><Relationship Id="rId21" Type="http://schemas.openxmlformats.org/officeDocument/2006/relationships/tags" Target="../tags/tag491.xml"/><Relationship Id="rId34" Type="http://schemas.openxmlformats.org/officeDocument/2006/relationships/image" Target="../media/image53.png"/><Relationship Id="rId7" Type="http://schemas.openxmlformats.org/officeDocument/2006/relationships/tags" Target="../tags/tag477.xml"/><Relationship Id="rId12" Type="http://schemas.openxmlformats.org/officeDocument/2006/relationships/tags" Target="../tags/tag482.xml"/><Relationship Id="rId17" Type="http://schemas.openxmlformats.org/officeDocument/2006/relationships/tags" Target="../tags/tag487.xml"/><Relationship Id="rId25" Type="http://schemas.openxmlformats.org/officeDocument/2006/relationships/tags" Target="../tags/tag495.xml"/><Relationship Id="rId33" Type="http://schemas.openxmlformats.org/officeDocument/2006/relationships/image" Target="../media/image52.jpeg"/><Relationship Id="rId2" Type="http://schemas.openxmlformats.org/officeDocument/2006/relationships/tags" Target="../tags/tag472.xml"/><Relationship Id="rId16" Type="http://schemas.openxmlformats.org/officeDocument/2006/relationships/tags" Target="../tags/tag486.xml"/><Relationship Id="rId20" Type="http://schemas.openxmlformats.org/officeDocument/2006/relationships/tags" Target="../tags/tag490.xml"/><Relationship Id="rId29" Type="http://schemas.openxmlformats.org/officeDocument/2006/relationships/tags" Target="../tags/tag499.xml"/><Relationship Id="rId1" Type="http://schemas.openxmlformats.org/officeDocument/2006/relationships/tags" Target="../tags/tag471.xml"/><Relationship Id="rId6" Type="http://schemas.openxmlformats.org/officeDocument/2006/relationships/tags" Target="../tags/tag476.xml"/><Relationship Id="rId11" Type="http://schemas.openxmlformats.org/officeDocument/2006/relationships/tags" Target="../tags/tag481.xml"/><Relationship Id="rId24" Type="http://schemas.openxmlformats.org/officeDocument/2006/relationships/tags" Target="../tags/tag494.xml"/><Relationship Id="rId32" Type="http://schemas.openxmlformats.org/officeDocument/2006/relationships/image" Target="../media/image51.png"/><Relationship Id="rId37" Type="http://schemas.openxmlformats.org/officeDocument/2006/relationships/image" Target="../media/image56.png"/><Relationship Id="rId5" Type="http://schemas.openxmlformats.org/officeDocument/2006/relationships/tags" Target="../tags/tag475.xml"/><Relationship Id="rId15" Type="http://schemas.openxmlformats.org/officeDocument/2006/relationships/tags" Target="../tags/tag485.xml"/><Relationship Id="rId23" Type="http://schemas.openxmlformats.org/officeDocument/2006/relationships/tags" Target="../tags/tag493.xml"/><Relationship Id="rId28" Type="http://schemas.openxmlformats.org/officeDocument/2006/relationships/tags" Target="../tags/tag498.xml"/><Relationship Id="rId36" Type="http://schemas.openxmlformats.org/officeDocument/2006/relationships/image" Target="../media/image55.png"/><Relationship Id="rId10" Type="http://schemas.openxmlformats.org/officeDocument/2006/relationships/tags" Target="../tags/tag480.xml"/><Relationship Id="rId19" Type="http://schemas.openxmlformats.org/officeDocument/2006/relationships/tags" Target="../tags/tag489.xml"/><Relationship Id="rId31" Type="http://schemas.openxmlformats.org/officeDocument/2006/relationships/slideLayout" Target="../slideLayouts/slideLayout6.xml"/><Relationship Id="rId4" Type="http://schemas.openxmlformats.org/officeDocument/2006/relationships/tags" Target="../tags/tag474.xml"/><Relationship Id="rId9" Type="http://schemas.openxmlformats.org/officeDocument/2006/relationships/tags" Target="../tags/tag479.xml"/><Relationship Id="rId14" Type="http://schemas.openxmlformats.org/officeDocument/2006/relationships/tags" Target="../tags/tag484.xml"/><Relationship Id="rId22" Type="http://schemas.openxmlformats.org/officeDocument/2006/relationships/tags" Target="../tags/tag492.xml"/><Relationship Id="rId27" Type="http://schemas.openxmlformats.org/officeDocument/2006/relationships/tags" Target="../tags/tag497.xml"/><Relationship Id="rId30" Type="http://schemas.openxmlformats.org/officeDocument/2006/relationships/tags" Target="../tags/tag500.xml"/><Relationship Id="rId35" Type="http://schemas.openxmlformats.org/officeDocument/2006/relationships/image" Target="../media/image54.png"/><Relationship Id="rId8" Type="http://schemas.openxmlformats.org/officeDocument/2006/relationships/tags" Target="../tags/tag478.xml"/><Relationship Id="rId3" Type="http://schemas.openxmlformats.org/officeDocument/2006/relationships/tags" Target="../tags/tag47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508.xml"/><Relationship Id="rId3" Type="http://schemas.openxmlformats.org/officeDocument/2006/relationships/tags" Target="../tags/tag503.xml"/><Relationship Id="rId7" Type="http://schemas.openxmlformats.org/officeDocument/2006/relationships/tags" Target="../tags/tag507.xml"/><Relationship Id="rId2" Type="http://schemas.openxmlformats.org/officeDocument/2006/relationships/tags" Target="../tags/tag502.xml"/><Relationship Id="rId1" Type="http://schemas.openxmlformats.org/officeDocument/2006/relationships/tags" Target="../tags/tag501.xml"/><Relationship Id="rId6" Type="http://schemas.openxmlformats.org/officeDocument/2006/relationships/tags" Target="../tags/tag506.xml"/><Relationship Id="rId5" Type="http://schemas.openxmlformats.org/officeDocument/2006/relationships/tags" Target="../tags/tag505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504.xml"/><Relationship Id="rId9" Type="http://schemas.openxmlformats.org/officeDocument/2006/relationships/tags" Target="../tags/tag50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512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511.xml"/><Relationship Id="rId1" Type="http://schemas.openxmlformats.org/officeDocument/2006/relationships/tags" Target="../tags/tag510.xml"/><Relationship Id="rId6" Type="http://schemas.openxmlformats.org/officeDocument/2006/relationships/tags" Target="../tags/tag515.xml"/><Relationship Id="rId5" Type="http://schemas.openxmlformats.org/officeDocument/2006/relationships/tags" Target="../tags/tag514.xml"/><Relationship Id="rId4" Type="http://schemas.openxmlformats.org/officeDocument/2006/relationships/tags" Target="../tags/tag5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523.xml"/><Relationship Id="rId13" Type="http://schemas.openxmlformats.org/officeDocument/2006/relationships/tags" Target="../tags/tag528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518.xml"/><Relationship Id="rId21" Type="http://schemas.openxmlformats.org/officeDocument/2006/relationships/image" Target="../media/image59.png"/><Relationship Id="rId7" Type="http://schemas.openxmlformats.org/officeDocument/2006/relationships/tags" Target="../tags/tag522.xml"/><Relationship Id="rId12" Type="http://schemas.openxmlformats.org/officeDocument/2006/relationships/tags" Target="../tags/tag527.xml"/><Relationship Id="rId17" Type="http://schemas.openxmlformats.org/officeDocument/2006/relationships/tags" Target="../tags/tag532.xml"/><Relationship Id="rId2" Type="http://schemas.openxmlformats.org/officeDocument/2006/relationships/tags" Target="../tags/tag517.xml"/><Relationship Id="rId16" Type="http://schemas.openxmlformats.org/officeDocument/2006/relationships/tags" Target="../tags/tag531.xml"/><Relationship Id="rId20" Type="http://schemas.openxmlformats.org/officeDocument/2006/relationships/image" Target="../media/image58.png"/><Relationship Id="rId1" Type="http://schemas.openxmlformats.org/officeDocument/2006/relationships/tags" Target="../tags/tag516.xml"/><Relationship Id="rId6" Type="http://schemas.openxmlformats.org/officeDocument/2006/relationships/tags" Target="../tags/tag521.xml"/><Relationship Id="rId11" Type="http://schemas.openxmlformats.org/officeDocument/2006/relationships/tags" Target="../tags/tag526.xml"/><Relationship Id="rId5" Type="http://schemas.openxmlformats.org/officeDocument/2006/relationships/tags" Target="../tags/tag520.xml"/><Relationship Id="rId15" Type="http://schemas.openxmlformats.org/officeDocument/2006/relationships/tags" Target="../tags/tag530.xml"/><Relationship Id="rId10" Type="http://schemas.openxmlformats.org/officeDocument/2006/relationships/tags" Target="../tags/tag525.xml"/><Relationship Id="rId19" Type="http://schemas.openxmlformats.org/officeDocument/2006/relationships/image" Target="../media/image57.jpeg"/><Relationship Id="rId4" Type="http://schemas.openxmlformats.org/officeDocument/2006/relationships/tags" Target="../tags/tag519.xml"/><Relationship Id="rId9" Type="http://schemas.openxmlformats.org/officeDocument/2006/relationships/tags" Target="../tags/tag524.xml"/><Relationship Id="rId14" Type="http://schemas.openxmlformats.org/officeDocument/2006/relationships/tags" Target="../tags/tag529.xml"/><Relationship Id="rId22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540.xml"/><Relationship Id="rId13" Type="http://schemas.openxmlformats.org/officeDocument/2006/relationships/tags" Target="../tags/tag545.xml"/><Relationship Id="rId3" Type="http://schemas.openxmlformats.org/officeDocument/2006/relationships/tags" Target="../tags/tag535.xml"/><Relationship Id="rId7" Type="http://schemas.openxmlformats.org/officeDocument/2006/relationships/tags" Target="../tags/tag539.xml"/><Relationship Id="rId12" Type="http://schemas.openxmlformats.org/officeDocument/2006/relationships/tags" Target="../tags/tag544.xml"/><Relationship Id="rId2" Type="http://schemas.openxmlformats.org/officeDocument/2006/relationships/tags" Target="../tags/tag534.xml"/><Relationship Id="rId16" Type="http://schemas.openxmlformats.org/officeDocument/2006/relationships/image" Target="../media/image62.jpg"/><Relationship Id="rId1" Type="http://schemas.openxmlformats.org/officeDocument/2006/relationships/tags" Target="../tags/tag533.xml"/><Relationship Id="rId6" Type="http://schemas.openxmlformats.org/officeDocument/2006/relationships/tags" Target="../tags/tag538.xml"/><Relationship Id="rId11" Type="http://schemas.openxmlformats.org/officeDocument/2006/relationships/tags" Target="../tags/tag543.xml"/><Relationship Id="rId5" Type="http://schemas.openxmlformats.org/officeDocument/2006/relationships/tags" Target="../tags/tag537.xml"/><Relationship Id="rId15" Type="http://schemas.openxmlformats.org/officeDocument/2006/relationships/image" Target="../media/image61.jpg"/><Relationship Id="rId10" Type="http://schemas.openxmlformats.org/officeDocument/2006/relationships/tags" Target="../tags/tag542.xml"/><Relationship Id="rId4" Type="http://schemas.openxmlformats.org/officeDocument/2006/relationships/tags" Target="../tags/tag536.xml"/><Relationship Id="rId9" Type="http://schemas.openxmlformats.org/officeDocument/2006/relationships/tags" Target="../tags/tag541.xml"/><Relationship Id="rId14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553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548.xml"/><Relationship Id="rId7" Type="http://schemas.openxmlformats.org/officeDocument/2006/relationships/tags" Target="../tags/tag552.xml"/><Relationship Id="rId12" Type="http://schemas.openxmlformats.org/officeDocument/2006/relationships/tags" Target="../tags/tag557.xml"/><Relationship Id="rId2" Type="http://schemas.openxmlformats.org/officeDocument/2006/relationships/tags" Target="../tags/tag547.xml"/><Relationship Id="rId16" Type="http://schemas.openxmlformats.org/officeDocument/2006/relationships/image" Target="../media/image65.png"/><Relationship Id="rId1" Type="http://schemas.openxmlformats.org/officeDocument/2006/relationships/tags" Target="../tags/tag546.xml"/><Relationship Id="rId6" Type="http://schemas.openxmlformats.org/officeDocument/2006/relationships/tags" Target="../tags/tag551.xml"/><Relationship Id="rId11" Type="http://schemas.openxmlformats.org/officeDocument/2006/relationships/tags" Target="../tags/tag556.xml"/><Relationship Id="rId5" Type="http://schemas.openxmlformats.org/officeDocument/2006/relationships/tags" Target="../tags/tag550.xml"/><Relationship Id="rId15" Type="http://schemas.openxmlformats.org/officeDocument/2006/relationships/image" Target="../media/image64.png"/><Relationship Id="rId10" Type="http://schemas.openxmlformats.org/officeDocument/2006/relationships/tags" Target="../tags/tag555.xml"/><Relationship Id="rId4" Type="http://schemas.openxmlformats.org/officeDocument/2006/relationships/tags" Target="../tags/tag549.xml"/><Relationship Id="rId9" Type="http://schemas.openxmlformats.org/officeDocument/2006/relationships/tags" Target="../tags/tag554.xml"/><Relationship Id="rId14" Type="http://schemas.openxmlformats.org/officeDocument/2006/relationships/image" Target="../media/image63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65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560.xml"/><Relationship Id="rId7" Type="http://schemas.openxmlformats.org/officeDocument/2006/relationships/tags" Target="../tags/tag564.xml"/><Relationship Id="rId12" Type="http://schemas.openxmlformats.org/officeDocument/2006/relationships/tags" Target="../tags/tag569.xml"/><Relationship Id="rId2" Type="http://schemas.openxmlformats.org/officeDocument/2006/relationships/tags" Target="../tags/tag559.xml"/><Relationship Id="rId16" Type="http://schemas.openxmlformats.org/officeDocument/2006/relationships/image" Target="../media/image67.png"/><Relationship Id="rId1" Type="http://schemas.openxmlformats.org/officeDocument/2006/relationships/tags" Target="../tags/tag558.xml"/><Relationship Id="rId6" Type="http://schemas.openxmlformats.org/officeDocument/2006/relationships/tags" Target="../tags/tag563.xml"/><Relationship Id="rId11" Type="http://schemas.openxmlformats.org/officeDocument/2006/relationships/tags" Target="../tags/tag568.xml"/><Relationship Id="rId5" Type="http://schemas.openxmlformats.org/officeDocument/2006/relationships/tags" Target="../tags/tag562.xml"/><Relationship Id="rId15" Type="http://schemas.openxmlformats.org/officeDocument/2006/relationships/hyperlink" Target="https://www.youtube.com/watch?feature=player_embedded&amp;v=Tqb5lo5M9p0" TargetMode="External"/><Relationship Id="rId10" Type="http://schemas.openxmlformats.org/officeDocument/2006/relationships/tags" Target="../tags/tag567.xml"/><Relationship Id="rId4" Type="http://schemas.openxmlformats.org/officeDocument/2006/relationships/tags" Target="../tags/tag561.xml"/><Relationship Id="rId9" Type="http://schemas.openxmlformats.org/officeDocument/2006/relationships/tags" Target="../tags/tag566.xml"/><Relationship Id="rId1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577.xml"/><Relationship Id="rId13" Type="http://schemas.openxmlformats.org/officeDocument/2006/relationships/image" Target="../media/image68.jpeg"/><Relationship Id="rId3" Type="http://schemas.openxmlformats.org/officeDocument/2006/relationships/tags" Target="../tags/tag572.xml"/><Relationship Id="rId7" Type="http://schemas.openxmlformats.org/officeDocument/2006/relationships/tags" Target="../tags/tag576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571.xml"/><Relationship Id="rId1" Type="http://schemas.openxmlformats.org/officeDocument/2006/relationships/tags" Target="../tags/tag570.xml"/><Relationship Id="rId6" Type="http://schemas.openxmlformats.org/officeDocument/2006/relationships/tags" Target="../tags/tag575.xml"/><Relationship Id="rId11" Type="http://schemas.openxmlformats.org/officeDocument/2006/relationships/tags" Target="../tags/tag580.xml"/><Relationship Id="rId5" Type="http://schemas.openxmlformats.org/officeDocument/2006/relationships/tags" Target="../tags/tag574.xml"/><Relationship Id="rId10" Type="http://schemas.openxmlformats.org/officeDocument/2006/relationships/tags" Target="../tags/tag579.xml"/><Relationship Id="rId4" Type="http://schemas.openxmlformats.org/officeDocument/2006/relationships/tags" Target="../tags/tag573.xml"/><Relationship Id="rId9" Type="http://schemas.openxmlformats.org/officeDocument/2006/relationships/tags" Target="../tags/tag578.xml"/><Relationship Id="rId14" Type="http://schemas.openxmlformats.org/officeDocument/2006/relationships/image" Target="../media/image69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588.xml"/><Relationship Id="rId3" Type="http://schemas.openxmlformats.org/officeDocument/2006/relationships/tags" Target="../tags/tag583.xml"/><Relationship Id="rId7" Type="http://schemas.openxmlformats.org/officeDocument/2006/relationships/tags" Target="../tags/tag587.xml"/><Relationship Id="rId12" Type="http://schemas.openxmlformats.org/officeDocument/2006/relationships/image" Target="../media/image70.jpeg"/><Relationship Id="rId2" Type="http://schemas.openxmlformats.org/officeDocument/2006/relationships/tags" Target="../tags/tag582.xml"/><Relationship Id="rId1" Type="http://schemas.openxmlformats.org/officeDocument/2006/relationships/tags" Target="../tags/tag581.xml"/><Relationship Id="rId6" Type="http://schemas.openxmlformats.org/officeDocument/2006/relationships/tags" Target="../tags/tag58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585.xml"/><Relationship Id="rId10" Type="http://schemas.openxmlformats.org/officeDocument/2006/relationships/tags" Target="../tags/tag590.xml"/><Relationship Id="rId4" Type="http://schemas.openxmlformats.org/officeDocument/2006/relationships/tags" Target="../tags/tag584.xml"/><Relationship Id="rId9" Type="http://schemas.openxmlformats.org/officeDocument/2006/relationships/tags" Target="../tags/tag58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598.xml"/><Relationship Id="rId13" Type="http://schemas.openxmlformats.org/officeDocument/2006/relationships/image" Target="../media/image71.jpg"/><Relationship Id="rId3" Type="http://schemas.openxmlformats.org/officeDocument/2006/relationships/tags" Target="../tags/tag593.xml"/><Relationship Id="rId7" Type="http://schemas.openxmlformats.org/officeDocument/2006/relationships/tags" Target="../tags/tag597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592.xml"/><Relationship Id="rId1" Type="http://schemas.openxmlformats.org/officeDocument/2006/relationships/tags" Target="../tags/tag591.xml"/><Relationship Id="rId6" Type="http://schemas.openxmlformats.org/officeDocument/2006/relationships/tags" Target="../tags/tag596.xml"/><Relationship Id="rId11" Type="http://schemas.openxmlformats.org/officeDocument/2006/relationships/tags" Target="../tags/tag601.xml"/><Relationship Id="rId5" Type="http://schemas.openxmlformats.org/officeDocument/2006/relationships/tags" Target="../tags/tag595.xml"/><Relationship Id="rId10" Type="http://schemas.openxmlformats.org/officeDocument/2006/relationships/tags" Target="../tags/tag600.xml"/><Relationship Id="rId4" Type="http://schemas.openxmlformats.org/officeDocument/2006/relationships/tags" Target="../tags/tag594.xml"/><Relationship Id="rId9" Type="http://schemas.openxmlformats.org/officeDocument/2006/relationships/tags" Target="../tags/tag599.xml"/><Relationship Id="rId14" Type="http://schemas.openxmlformats.org/officeDocument/2006/relationships/image" Target="../media/image72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09.xml"/><Relationship Id="rId13" Type="http://schemas.openxmlformats.org/officeDocument/2006/relationships/tags" Target="../tags/tag614.xml"/><Relationship Id="rId18" Type="http://schemas.openxmlformats.org/officeDocument/2006/relationships/image" Target="../media/image73.png"/><Relationship Id="rId3" Type="http://schemas.openxmlformats.org/officeDocument/2006/relationships/tags" Target="../tags/tag604.xml"/><Relationship Id="rId21" Type="http://schemas.openxmlformats.org/officeDocument/2006/relationships/image" Target="../media/image75.png"/><Relationship Id="rId7" Type="http://schemas.openxmlformats.org/officeDocument/2006/relationships/tags" Target="../tags/tag608.xml"/><Relationship Id="rId12" Type="http://schemas.openxmlformats.org/officeDocument/2006/relationships/tags" Target="../tags/tag613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603.xml"/><Relationship Id="rId16" Type="http://schemas.openxmlformats.org/officeDocument/2006/relationships/tags" Target="../tags/tag617.xml"/><Relationship Id="rId20" Type="http://schemas.openxmlformats.org/officeDocument/2006/relationships/hyperlink" Target="http://multimedia.sacmi.com/ABCENetMediaPlayer.aspx?src=/Streaming/SacmiImola/Plastics/Injection_Preforms_System.wmv&amp;AutoPlay=1" TargetMode="External"/><Relationship Id="rId1" Type="http://schemas.openxmlformats.org/officeDocument/2006/relationships/tags" Target="../tags/tag602.xml"/><Relationship Id="rId6" Type="http://schemas.openxmlformats.org/officeDocument/2006/relationships/tags" Target="../tags/tag607.xml"/><Relationship Id="rId11" Type="http://schemas.openxmlformats.org/officeDocument/2006/relationships/tags" Target="../tags/tag612.xml"/><Relationship Id="rId5" Type="http://schemas.openxmlformats.org/officeDocument/2006/relationships/tags" Target="../tags/tag606.xml"/><Relationship Id="rId15" Type="http://schemas.openxmlformats.org/officeDocument/2006/relationships/tags" Target="../tags/tag616.xml"/><Relationship Id="rId10" Type="http://schemas.openxmlformats.org/officeDocument/2006/relationships/tags" Target="../tags/tag611.xml"/><Relationship Id="rId19" Type="http://schemas.openxmlformats.org/officeDocument/2006/relationships/image" Target="../media/image74.emf"/><Relationship Id="rId4" Type="http://schemas.openxmlformats.org/officeDocument/2006/relationships/tags" Target="../tags/tag605.xml"/><Relationship Id="rId9" Type="http://schemas.openxmlformats.org/officeDocument/2006/relationships/tags" Target="../tags/tag610.xml"/><Relationship Id="rId14" Type="http://schemas.openxmlformats.org/officeDocument/2006/relationships/tags" Target="../tags/tag615.xml"/><Relationship Id="rId22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625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620.xml"/><Relationship Id="rId7" Type="http://schemas.openxmlformats.org/officeDocument/2006/relationships/tags" Target="../tags/tag624.xml"/><Relationship Id="rId12" Type="http://schemas.openxmlformats.org/officeDocument/2006/relationships/tags" Target="../tags/tag629.xml"/><Relationship Id="rId2" Type="http://schemas.openxmlformats.org/officeDocument/2006/relationships/tags" Target="../tags/tag619.xml"/><Relationship Id="rId16" Type="http://schemas.openxmlformats.org/officeDocument/2006/relationships/image" Target="../media/image79.gif"/><Relationship Id="rId1" Type="http://schemas.openxmlformats.org/officeDocument/2006/relationships/tags" Target="../tags/tag618.xml"/><Relationship Id="rId6" Type="http://schemas.openxmlformats.org/officeDocument/2006/relationships/tags" Target="../tags/tag623.xml"/><Relationship Id="rId11" Type="http://schemas.openxmlformats.org/officeDocument/2006/relationships/tags" Target="../tags/tag628.xml"/><Relationship Id="rId5" Type="http://schemas.openxmlformats.org/officeDocument/2006/relationships/tags" Target="../tags/tag622.xml"/><Relationship Id="rId15" Type="http://schemas.openxmlformats.org/officeDocument/2006/relationships/image" Target="../media/image78.gif"/><Relationship Id="rId10" Type="http://schemas.openxmlformats.org/officeDocument/2006/relationships/tags" Target="../tags/tag627.xml"/><Relationship Id="rId4" Type="http://schemas.openxmlformats.org/officeDocument/2006/relationships/tags" Target="../tags/tag621.xml"/><Relationship Id="rId9" Type="http://schemas.openxmlformats.org/officeDocument/2006/relationships/tags" Target="../tags/tag626.xml"/><Relationship Id="rId14" Type="http://schemas.openxmlformats.org/officeDocument/2006/relationships/image" Target="../media/image77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637.xml"/><Relationship Id="rId13" Type="http://schemas.openxmlformats.org/officeDocument/2006/relationships/image" Target="../media/image80.png"/><Relationship Id="rId3" Type="http://schemas.openxmlformats.org/officeDocument/2006/relationships/tags" Target="../tags/tag632.xml"/><Relationship Id="rId7" Type="http://schemas.openxmlformats.org/officeDocument/2006/relationships/tags" Target="../tags/tag636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631.xml"/><Relationship Id="rId1" Type="http://schemas.openxmlformats.org/officeDocument/2006/relationships/tags" Target="../tags/tag630.xml"/><Relationship Id="rId6" Type="http://schemas.openxmlformats.org/officeDocument/2006/relationships/tags" Target="../tags/tag635.xml"/><Relationship Id="rId11" Type="http://schemas.openxmlformats.org/officeDocument/2006/relationships/tags" Target="../tags/tag640.xml"/><Relationship Id="rId5" Type="http://schemas.openxmlformats.org/officeDocument/2006/relationships/tags" Target="../tags/tag634.xml"/><Relationship Id="rId10" Type="http://schemas.openxmlformats.org/officeDocument/2006/relationships/tags" Target="../tags/tag639.xml"/><Relationship Id="rId4" Type="http://schemas.openxmlformats.org/officeDocument/2006/relationships/tags" Target="../tags/tag633.xml"/><Relationship Id="rId9" Type="http://schemas.openxmlformats.org/officeDocument/2006/relationships/tags" Target="../tags/tag638.xml"/><Relationship Id="rId14" Type="http://schemas.openxmlformats.org/officeDocument/2006/relationships/image" Target="../media/image8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643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6" Type="http://schemas.openxmlformats.org/officeDocument/2006/relationships/tags" Target="../tags/tag646.xml"/><Relationship Id="rId5" Type="http://schemas.openxmlformats.org/officeDocument/2006/relationships/tags" Target="../tags/tag645.xml"/><Relationship Id="rId4" Type="http://schemas.openxmlformats.org/officeDocument/2006/relationships/tags" Target="../tags/tag64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654.xml"/><Relationship Id="rId13" Type="http://schemas.openxmlformats.org/officeDocument/2006/relationships/tags" Target="../tags/tag659.xml"/><Relationship Id="rId18" Type="http://schemas.openxmlformats.org/officeDocument/2006/relationships/tags" Target="../tags/tag664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649.xml"/><Relationship Id="rId21" Type="http://schemas.openxmlformats.org/officeDocument/2006/relationships/tags" Target="../tags/tag667.xml"/><Relationship Id="rId7" Type="http://schemas.openxmlformats.org/officeDocument/2006/relationships/tags" Target="../tags/tag653.xml"/><Relationship Id="rId12" Type="http://schemas.openxmlformats.org/officeDocument/2006/relationships/tags" Target="../tags/tag658.xml"/><Relationship Id="rId17" Type="http://schemas.openxmlformats.org/officeDocument/2006/relationships/tags" Target="../tags/tag663.xml"/><Relationship Id="rId25" Type="http://schemas.openxmlformats.org/officeDocument/2006/relationships/tags" Target="../tags/tag671.xml"/><Relationship Id="rId2" Type="http://schemas.openxmlformats.org/officeDocument/2006/relationships/tags" Target="../tags/tag648.xml"/><Relationship Id="rId16" Type="http://schemas.openxmlformats.org/officeDocument/2006/relationships/tags" Target="../tags/tag662.xml"/><Relationship Id="rId20" Type="http://schemas.openxmlformats.org/officeDocument/2006/relationships/tags" Target="../tags/tag666.xml"/><Relationship Id="rId1" Type="http://schemas.openxmlformats.org/officeDocument/2006/relationships/tags" Target="../tags/tag647.xml"/><Relationship Id="rId6" Type="http://schemas.openxmlformats.org/officeDocument/2006/relationships/tags" Target="../tags/tag652.xml"/><Relationship Id="rId11" Type="http://schemas.openxmlformats.org/officeDocument/2006/relationships/tags" Target="../tags/tag657.xml"/><Relationship Id="rId24" Type="http://schemas.openxmlformats.org/officeDocument/2006/relationships/tags" Target="../tags/tag670.xml"/><Relationship Id="rId5" Type="http://schemas.openxmlformats.org/officeDocument/2006/relationships/tags" Target="../tags/tag651.xml"/><Relationship Id="rId15" Type="http://schemas.openxmlformats.org/officeDocument/2006/relationships/tags" Target="../tags/tag661.xml"/><Relationship Id="rId23" Type="http://schemas.openxmlformats.org/officeDocument/2006/relationships/tags" Target="../tags/tag669.xml"/><Relationship Id="rId10" Type="http://schemas.openxmlformats.org/officeDocument/2006/relationships/tags" Target="../tags/tag656.xml"/><Relationship Id="rId19" Type="http://schemas.openxmlformats.org/officeDocument/2006/relationships/tags" Target="../tags/tag665.xml"/><Relationship Id="rId4" Type="http://schemas.openxmlformats.org/officeDocument/2006/relationships/tags" Target="../tags/tag650.xml"/><Relationship Id="rId9" Type="http://schemas.openxmlformats.org/officeDocument/2006/relationships/tags" Target="../tags/tag655.xml"/><Relationship Id="rId14" Type="http://schemas.openxmlformats.org/officeDocument/2006/relationships/tags" Target="../tags/tag660.xml"/><Relationship Id="rId22" Type="http://schemas.openxmlformats.org/officeDocument/2006/relationships/tags" Target="../tags/tag668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tags" Target="../tags/tag684.xml"/><Relationship Id="rId18" Type="http://schemas.openxmlformats.org/officeDocument/2006/relationships/tags" Target="../tags/tag689.xml"/><Relationship Id="rId26" Type="http://schemas.openxmlformats.org/officeDocument/2006/relationships/tags" Target="../tags/tag697.xml"/><Relationship Id="rId39" Type="http://schemas.openxmlformats.org/officeDocument/2006/relationships/image" Target="../media/image86.png"/><Relationship Id="rId21" Type="http://schemas.openxmlformats.org/officeDocument/2006/relationships/tags" Target="../tags/tag692.xml"/><Relationship Id="rId34" Type="http://schemas.openxmlformats.org/officeDocument/2006/relationships/slideLayout" Target="../slideLayouts/slideLayout6.xml"/><Relationship Id="rId7" Type="http://schemas.openxmlformats.org/officeDocument/2006/relationships/tags" Target="../tags/tag678.xml"/><Relationship Id="rId12" Type="http://schemas.openxmlformats.org/officeDocument/2006/relationships/tags" Target="../tags/tag683.xml"/><Relationship Id="rId17" Type="http://schemas.openxmlformats.org/officeDocument/2006/relationships/tags" Target="../tags/tag688.xml"/><Relationship Id="rId25" Type="http://schemas.openxmlformats.org/officeDocument/2006/relationships/tags" Target="../tags/tag696.xml"/><Relationship Id="rId33" Type="http://schemas.openxmlformats.org/officeDocument/2006/relationships/tags" Target="../tags/tag704.xml"/><Relationship Id="rId38" Type="http://schemas.openxmlformats.org/officeDocument/2006/relationships/image" Target="../media/image85.png"/><Relationship Id="rId2" Type="http://schemas.openxmlformats.org/officeDocument/2006/relationships/tags" Target="../tags/tag673.xml"/><Relationship Id="rId16" Type="http://schemas.openxmlformats.org/officeDocument/2006/relationships/tags" Target="../tags/tag687.xml"/><Relationship Id="rId20" Type="http://schemas.openxmlformats.org/officeDocument/2006/relationships/tags" Target="../tags/tag691.xml"/><Relationship Id="rId29" Type="http://schemas.openxmlformats.org/officeDocument/2006/relationships/tags" Target="../tags/tag700.xml"/><Relationship Id="rId1" Type="http://schemas.openxmlformats.org/officeDocument/2006/relationships/tags" Target="../tags/tag672.xml"/><Relationship Id="rId6" Type="http://schemas.openxmlformats.org/officeDocument/2006/relationships/tags" Target="../tags/tag677.xml"/><Relationship Id="rId11" Type="http://schemas.openxmlformats.org/officeDocument/2006/relationships/tags" Target="../tags/tag682.xml"/><Relationship Id="rId24" Type="http://schemas.openxmlformats.org/officeDocument/2006/relationships/tags" Target="../tags/tag695.xml"/><Relationship Id="rId32" Type="http://schemas.openxmlformats.org/officeDocument/2006/relationships/tags" Target="../tags/tag703.xml"/><Relationship Id="rId37" Type="http://schemas.openxmlformats.org/officeDocument/2006/relationships/image" Target="../media/image84.png"/><Relationship Id="rId5" Type="http://schemas.openxmlformats.org/officeDocument/2006/relationships/tags" Target="../tags/tag676.xml"/><Relationship Id="rId15" Type="http://schemas.openxmlformats.org/officeDocument/2006/relationships/tags" Target="../tags/tag686.xml"/><Relationship Id="rId23" Type="http://schemas.openxmlformats.org/officeDocument/2006/relationships/tags" Target="../tags/tag694.xml"/><Relationship Id="rId28" Type="http://schemas.openxmlformats.org/officeDocument/2006/relationships/tags" Target="../tags/tag699.xml"/><Relationship Id="rId36" Type="http://schemas.openxmlformats.org/officeDocument/2006/relationships/image" Target="../media/image83.png"/><Relationship Id="rId10" Type="http://schemas.openxmlformats.org/officeDocument/2006/relationships/tags" Target="../tags/tag681.xml"/><Relationship Id="rId19" Type="http://schemas.openxmlformats.org/officeDocument/2006/relationships/tags" Target="../tags/tag690.xml"/><Relationship Id="rId31" Type="http://schemas.openxmlformats.org/officeDocument/2006/relationships/tags" Target="../tags/tag702.xml"/><Relationship Id="rId4" Type="http://schemas.openxmlformats.org/officeDocument/2006/relationships/tags" Target="../tags/tag675.xml"/><Relationship Id="rId9" Type="http://schemas.openxmlformats.org/officeDocument/2006/relationships/tags" Target="../tags/tag680.xml"/><Relationship Id="rId14" Type="http://schemas.openxmlformats.org/officeDocument/2006/relationships/tags" Target="../tags/tag685.xml"/><Relationship Id="rId22" Type="http://schemas.openxmlformats.org/officeDocument/2006/relationships/tags" Target="../tags/tag693.xml"/><Relationship Id="rId27" Type="http://schemas.openxmlformats.org/officeDocument/2006/relationships/tags" Target="../tags/tag698.xml"/><Relationship Id="rId30" Type="http://schemas.openxmlformats.org/officeDocument/2006/relationships/tags" Target="../tags/tag701.xml"/><Relationship Id="rId35" Type="http://schemas.openxmlformats.org/officeDocument/2006/relationships/image" Target="../media/image82.png"/><Relationship Id="rId8" Type="http://schemas.openxmlformats.org/officeDocument/2006/relationships/tags" Target="../tags/tag679.xml"/><Relationship Id="rId3" Type="http://schemas.openxmlformats.org/officeDocument/2006/relationships/tags" Target="../tags/tag67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712.xml"/><Relationship Id="rId13" Type="http://schemas.openxmlformats.org/officeDocument/2006/relationships/image" Target="../media/image87.jpg"/><Relationship Id="rId3" Type="http://schemas.openxmlformats.org/officeDocument/2006/relationships/tags" Target="../tags/tag707.xml"/><Relationship Id="rId7" Type="http://schemas.openxmlformats.org/officeDocument/2006/relationships/tags" Target="../tags/tag711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706.xml"/><Relationship Id="rId1" Type="http://schemas.openxmlformats.org/officeDocument/2006/relationships/tags" Target="../tags/tag705.xml"/><Relationship Id="rId6" Type="http://schemas.openxmlformats.org/officeDocument/2006/relationships/tags" Target="../tags/tag710.xml"/><Relationship Id="rId11" Type="http://schemas.openxmlformats.org/officeDocument/2006/relationships/tags" Target="../tags/tag715.xml"/><Relationship Id="rId5" Type="http://schemas.openxmlformats.org/officeDocument/2006/relationships/tags" Target="../tags/tag709.xml"/><Relationship Id="rId10" Type="http://schemas.openxmlformats.org/officeDocument/2006/relationships/tags" Target="../tags/tag714.xml"/><Relationship Id="rId4" Type="http://schemas.openxmlformats.org/officeDocument/2006/relationships/tags" Target="../tags/tag708.xml"/><Relationship Id="rId9" Type="http://schemas.openxmlformats.org/officeDocument/2006/relationships/tags" Target="../tags/tag713.xml"/><Relationship Id="rId14" Type="http://schemas.openxmlformats.org/officeDocument/2006/relationships/image" Target="../media/image8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718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717.xml"/><Relationship Id="rId1" Type="http://schemas.openxmlformats.org/officeDocument/2006/relationships/tags" Target="../tags/tag716.xml"/><Relationship Id="rId6" Type="http://schemas.openxmlformats.org/officeDocument/2006/relationships/tags" Target="../tags/tag721.xml"/><Relationship Id="rId5" Type="http://schemas.openxmlformats.org/officeDocument/2006/relationships/tags" Target="../tags/tag720.xml"/><Relationship Id="rId4" Type="http://schemas.openxmlformats.org/officeDocument/2006/relationships/tags" Target="../tags/tag71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729.xml"/><Relationship Id="rId3" Type="http://schemas.openxmlformats.org/officeDocument/2006/relationships/tags" Target="../tags/tag724.xml"/><Relationship Id="rId7" Type="http://schemas.openxmlformats.org/officeDocument/2006/relationships/tags" Target="../tags/tag728.xml"/><Relationship Id="rId2" Type="http://schemas.openxmlformats.org/officeDocument/2006/relationships/tags" Target="../tags/tag723.xml"/><Relationship Id="rId1" Type="http://schemas.openxmlformats.org/officeDocument/2006/relationships/tags" Target="../tags/tag722.xml"/><Relationship Id="rId6" Type="http://schemas.openxmlformats.org/officeDocument/2006/relationships/tags" Target="../tags/tag727.xml"/><Relationship Id="rId5" Type="http://schemas.openxmlformats.org/officeDocument/2006/relationships/tags" Target="../tags/tag726.xml"/><Relationship Id="rId10" Type="http://schemas.openxmlformats.org/officeDocument/2006/relationships/image" Target="../media/image2.png"/><Relationship Id="rId4" Type="http://schemas.openxmlformats.org/officeDocument/2006/relationships/tags" Target="../tags/tag725.xml"/><Relationship Id="rId9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>
            <p:custDataLst>
              <p:tags r:id="rId2"/>
            </p:custDataLst>
          </p:nvPr>
        </p:nvSpPr>
        <p:spPr>
          <a:xfrm>
            <a:off x="-7620" y="218440"/>
            <a:ext cx="10979150" cy="5349240"/>
          </a:xfrm>
          <a:prstGeom prst="rect">
            <a:avLst/>
          </a:prstGeom>
          <a:solidFill>
            <a:srgbClr val="00CCFF"/>
          </a:solidFill>
          <a:ln w="9525" cap="flat" cmpd="sng" algn="ctr">
            <a:noFill/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62560" y="615950"/>
            <a:ext cx="10650220" cy="448437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264461"/>
                </a:solidFill>
              </a14:hiddenFill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90170" tIns="46990" rIns="90170" bIns="46990" anchor="t">
            <a:noAutofit/>
          </a:bodyPr>
          <a:lstStyle/>
          <a:p>
            <a:pPr>
              <a:spcBef>
                <a:spcPct val="500000"/>
              </a:spcBef>
            </a:pPr>
            <a:r>
              <a:rPr lang="en-GB" sz="4800" b="1" dirty="0">
                <a:solidFill>
                  <a:srgbClr val="FFFFFF"/>
                </a:solidFill>
                <a:latin typeface="Bosch Office Sans" pitchFamily="2" charset="0"/>
              </a:rPr>
              <a:t>Integrated Measuring System - IMS</a:t>
            </a:r>
            <a:br>
              <a:rPr lang="en-GB" sz="6000" b="1" dirty="0">
                <a:solidFill>
                  <a:srgbClr val="FFFFFF"/>
                </a:solidFill>
                <a:latin typeface="Bosch Office Sans" pitchFamily="2" charset="0"/>
              </a:rPr>
            </a:br>
            <a:br>
              <a:rPr lang="en-GB" sz="6000" b="1" dirty="0">
                <a:solidFill>
                  <a:srgbClr val="FFFFFF"/>
                </a:solidFill>
                <a:latin typeface="Bosch Office Sans" pitchFamily="2" charset="0"/>
              </a:rPr>
            </a:br>
            <a:r>
              <a:rPr lang="en-GB" sz="4800" b="1" dirty="0">
                <a:solidFill>
                  <a:srgbClr val="FFFFFF"/>
                </a:solidFill>
                <a:latin typeface="Bosch Office Sans" pitchFamily="2" charset="0"/>
              </a:rPr>
              <a:t>for Ball and Roller Rail Systems</a:t>
            </a:r>
            <a:br>
              <a:rPr lang="en-GB" sz="4800" b="1" dirty="0">
                <a:solidFill>
                  <a:srgbClr val="FFFFFF"/>
                </a:solidFill>
                <a:latin typeface="Bosch Office Sans" pitchFamily="2" charset="0"/>
              </a:rPr>
            </a:br>
            <a:br>
              <a:rPr lang="en-GB" b="1" dirty="0">
                <a:solidFill>
                  <a:srgbClr val="FFFFFF"/>
                </a:solidFill>
                <a:latin typeface="Bosch Office Sans" pitchFamily="2" charset="0"/>
              </a:rPr>
            </a:br>
            <a:r>
              <a:rPr lang="en-GB" sz="3200" b="1" dirty="0">
                <a:solidFill>
                  <a:srgbClr val="FFFFFF"/>
                </a:solidFill>
                <a:latin typeface="Bosch Office Sans" pitchFamily="2" charset="0"/>
              </a:rPr>
              <a:t>Linear Motion Technology / DC-LT</a:t>
            </a:r>
            <a:br>
              <a:rPr lang="en-GB" sz="4000" b="1" dirty="0">
                <a:solidFill>
                  <a:srgbClr val="FFFFFF"/>
                </a:solidFill>
                <a:latin typeface="Bosch Office Sans" pitchFamily="2" charset="0"/>
              </a:rPr>
            </a:br>
            <a:br>
              <a:rPr lang="en-GB" sz="4000" b="1" dirty="0">
                <a:solidFill>
                  <a:srgbClr val="FFFFFF"/>
                </a:solidFill>
                <a:latin typeface="Bosch Office Sans" pitchFamily="2" charset="0"/>
              </a:rPr>
            </a:br>
            <a:r>
              <a:rPr lang="en-GB" sz="2400" b="1" dirty="0">
                <a:solidFill>
                  <a:srgbClr val="FFFFFF"/>
                </a:solidFill>
                <a:latin typeface="Bosch Office Sans" pitchFamily="2" charset="0"/>
              </a:rPr>
              <a:t>Matthias Wolf, DC-LT/SCO3</a:t>
            </a:r>
            <a:endParaRPr lang="de-DE" sz="2400" b="1" dirty="0">
              <a:solidFill>
                <a:srgbClr val="FFFFFF"/>
              </a:solidFill>
              <a:latin typeface="Bosch Office Sans" pitchFamily="2" charset="0"/>
            </a:endParaRPr>
          </a:p>
        </p:txBody>
      </p:sp>
      <p:sp>
        <p:nvSpPr>
          <p:cNvPr id="3" name="Untertitel 2" hidden="1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solidFill>
            <a:scrgbClr r="0" g="0" b="0">
              <a:alpha val="0"/>
            </a:scrgbClr>
          </a:solidFill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anchor="t">
            <a:noAutofit/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pic>
        <p:nvPicPr>
          <p:cNvPr id="8" name="Grafik 7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2670"/>
            <a:ext cx="10970260" cy="5715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hteck 6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354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 dirty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</a:t>
            </a:r>
            <a:r>
              <a:rPr kumimoji="0" lang="de-DE" sz="2800" b="0" i="0" u="none" strike="noStrike" kern="0" cap="none" normalizeH="0" baseline="0" noProof="0" dirty="0" err="1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Measuring</a:t>
            </a:r>
            <a:r>
              <a:rPr kumimoji="0" lang="de-DE" sz="2800" b="0" i="0" u="none" strike="noStrike" kern="0" cap="none" normalizeH="0" baseline="0" noProof="0" dirty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System - IMS</a:t>
            </a: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for ball rail and roller rail systems</a:t>
            </a:r>
          </a:p>
        </p:txBody>
      </p:sp>
      <p:pic>
        <p:nvPicPr>
          <p:cNvPr id="9" name="Grafik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990" y="2299646"/>
            <a:ext cx="3551770" cy="307695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273" y="2121030"/>
            <a:ext cx="3611817" cy="3259563"/>
          </a:xfrm>
          <a:prstGeom prst="rect">
            <a:avLst/>
          </a:prstGeom>
        </p:spPr>
      </p:pic>
      <p:sp>
        <p:nvSpPr>
          <p:cNvPr id="11" name="Textfeld 10"/>
          <p:cNvSpPr txBox="1"/>
          <p:nvPr>
            <p:custDataLst>
              <p:tags r:id="rId11"/>
            </p:custDataLst>
          </p:nvPr>
        </p:nvSpPr>
        <p:spPr>
          <a:xfrm>
            <a:off x="446525" y="1203474"/>
            <a:ext cx="5478079" cy="74853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0000" tIns="46800" rIns="90000" bIns="4680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IMS-A: 	Integrated Measuring System – Absolute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IMS-I:	Integrated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Measuring System - Incremental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748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What is IMS?</a:t>
            </a:r>
          </a:p>
        </p:txBody>
      </p:sp>
      <p:sp>
        <p:nvSpPr>
          <p:cNvPr id="9" name="Textfeld 8"/>
          <p:cNvSpPr txBox="1"/>
          <p:nvPr>
            <p:custDataLst>
              <p:tags r:id="rId9"/>
            </p:custDataLst>
          </p:nvPr>
        </p:nvSpPr>
        <p:spPr>
          <a:xfrm>
            <a:off x="458493" y="1455667"/>
            <a:ext cx="3781734" cy="34154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799" dirty="0">
                <a:solidFill>
                  <a:srgbClr val="000000"/>
                </a:solidFill>
              </a:rPr>
              <a:t>IMS is a </a:t>
            </a:r>
            <a:r>
              <a:rPr lang="en-US" sz="1799" b="1" i="1" dirty="0">
                <a:solidFill>
                  <a:srgbClr val="000000"/>
                </a:solidFill>
              </a:rPr>
              <a:t>high precise </a:t>
            </a:r>
            <a:r>
              <a:rPr lang="en-US" sz="1799" dirty="0">
                <a:solidFill>
                  <a:srgbClr val="000000"/>
                </a:solidFill>
              </a:rPr>
              <a:t>and accurate measuring system.</a:t>
            </a:r>
          </a:p>
          <a:p>
            <a:endParaRPr lang="en-US" sz="1799" dirty="0">
              <a:solidFill>
                <a:srgbClr val="000000"/>
              </a:solidFill>
            </a:endParaRPr>
          </a:p>
          <a:p>
            <a:r>
              <a:rPr lang="en-US" sz="1799" dirty="0">
                <a:solidFill>
                  <a:srgbClr val="000000"/>
                </a:solidFill>
              </a:rPr>
              <a:t>With its </a:t>
            </a:r>
            <a:r>
              <a:rPr lang="en-US" sz="1799" b="1" i="1" dirty="0">
                <a:solidFill>
                  <a:srgbClr val="000000"/>
                </a:solidFill>
              </a:rPr>
              <a:t>full integration </a:t>
            </a:r>
            <a:r>
              <a:rPr lang="en-US" sz="1799" dirty="0">
                <a:solidFill>
                  <a:srgbClr val="000000"/>
                </a:solidFill>
              </a:rPr>
              <a:t>into the guide rail customers have new opportunities for cost efficient and simpler machine designs.</a:t>
            </a:r>
          </a:p>
          <a:p>
            <a:endParaRPr lang="en-US" sz="1799" dirty="0">
              <a:solidFill>
                <a:srgbClr val="000000"/>
              </a:solidFill>
            </a:endParaRPr>
          </a:p>
          <a:p>
            <a:r>
              <a:rPr lang="en-US" sz="1799" dirty="0">
                <a:solidFill>
                  <a:srgbClr val="000000"/>
                </a:solidFill>
              </a:rPr>
              <a:t>Due to the </a:t>
            </a:r>
            <a:r>
              <a:rPr lang="en-US" sz="1799" b="1" i="1" dirty="0">
                <a:solidFill>
                  <a:srgbClr val="000000"/>
                </a:solidFill>
              </a:rPr>
              <a:t>inductive measuring principle</a:t>
            </a:r>
            <a:r>
              <a:rPr lang="en-US" sz="1799" dirty="0">
                <a:solidFill>
                  <a:srgbClr val="000000"/>
                </a:solidFill>
              </a:rPr>
              <a:t> IMS has a never before seen </a:t>
            </a:r>
            <a:r>
              <a:rPr lang="en-US" sz="1799" b="1" i="1" dirty="0">
                <a:solidFill>
                  <a:srgbClr val="000000"/>
                </a:solidFill>
              </a:rPr>
              <a:t>robustness and resistance </a:t>
            </a:r>
            <a:r>
              <a:rPr lang="en-US" sz="1799" dirty="0">
                <a:solidFill>
                  <a:srgbClr val="000000"/>
                </a:solidFill>
              </a:rPr>
              <a:t>in harsh environments. </a:t>
            </a:r>
          </a:p>
        </p:txBody>
      </p:sp>
      <p:grpSp>
        <p:nvGrpSpPr>
          <p:cNvPr id="24" name="Gruppieren 23"/>
          <p:cNvGrpSpPr/>
          <p:nvPr/>
        </p:nvGrpSpPr>
        <p:grpSpPr>
          <a:xfrm>
            <a:off x="5546281" y="3512234"/>
            <a:ext cx="4669991" cy="2042990"/>
            <a:chOff x="5546281" y="3512234"/>
            <a:chExt cx="4669991" cy="2042990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5546281" y="3943061"/>
              <a:ext cx="4669991" cy="1612163"/>
              <a:chOff x="5546281" y="3848796"/>
              <a:chExt cx="4669991" cy="1612163"/>
            </a:xfrm>
          </p:grpSpPr>
          <p:pic>
            <p:nvPicPr>
              <p:cNvPr id="14" name="Grafik 13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 rotWithShape="1">
              <a:blip r:embed="rId20"/>
              <a:srcRect b="8613"/>
              <a:stretch/>
            </p:blipFill>
            <p:spPr>
              <a:xfrm>
                <a:off x="5546281" y="3848796"/>
                <a:ext cx="4669991" cy="1612163"/>
              </a:xfrm>
              <a:prstGeom prst="rect">
                <a:avLst/>
              </a:prstGeom>
            </p:spPr>
          </p:pic>
          <p:sp>
            <p:nvSpPr>
              <p:cNvPr id="19" name="Textfeld 18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891612" y="5000241"/>
                <a:ext cx="637011" cy="389467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none" lIns="90000" tIns="46800" rIns="90000" bIns="46800" rtlCol="0">
                <a:spAutoFit/>
              </a:bodyPr>
              <a:lstStyle/>
              <a:p>
                <a:pPr marR="0" defTabSz="914400" eaLnBrk="1" fontAlgn="auto" latinLnBrk="0" hangingPunct="1">
                  <a:lnSpc>
                    <a:spcPts val="23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Bosch Office Sans" panose="020B0604020202020204" pitchFamily="34" charset="-128"/>
                    <a:cs typeface="Arial" pitchFamily="34" charset="0"/>
                  </a:rPr>
                  <a:t>IMS</a:t>
                </a:r>
              </a:p>
            </p:txBody>
          </p:sp>
        </p:grpSp>
        <p:sp>
          <p:nvSpPr>
            <p:cNvPr id="21" name="Gestreifter Pfeil nach rechts 20"/>
            <p:cNvSpPr/>
            <p:nvPr>
              <p:custDataLst>
                <p:tags r:id="rId16"/>
              </p:custDataLst>
            </p:nvPr>
          </p:nvSpPr>
          <p:spPr>
            <a:xfrm rot="5400000">
              <a:off x="7202210" y="3466491"/>
              <a:ext cx="772998" cy="864484"/>
            </a:xfrm>
            <a:prstGeom prst="stripedRightArrow">
              <a:avLst/>
            </a:prstGeom>
            <a:solidFill>
              <a:srgbClr val="26446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6256903" y="575884"/>
            <a:ext cx="2663611" cy="1573752"/>
            <a:chOff x="6549471" y="2221433"/>
            <a:chExt cx="2663611" cy="1573752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6549471" y="2221433"/>
              <a:ext cx="2663611" cy="1573752"/>
              <a:chOff x="4452713" y="2329627"/>
              <a:chExt cx="5026795" cy="2987141"/>
            </a:xfrm>
          </p:grpSpPr>
          <p:pic>
            <p:nvPicPr>
              <p:cNvPr id="12" name="Grafik 11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21"/>
              <a:stretch>
                <a:fillRect/>
              </a:stretch>
            </p:blipFill>
            <p:spPr>
              <a:xfrm rot="180000">
                <a:off x="4452713" y="2329627"/>
                <a:ext cx="4961024" cy="2987141"/>
              </a:xfrm>
              <a:prstGeom prst="rect">
                <a:avLst/>
              </a:prstGeom>
            </p:spPr>
          </p:pic>
          <p:sp>
            <p:nvSpPr>
              <p:cNvPr id="13" name="Rechteck 12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9301236" y="2731423"/>
                <a:ext cx="178272" cy="1434798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16" tIns="45708" rIns="91416" bIns="45708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GB" sz="1799">
                  <a:solidFill>
                    <a:srgbClr val="000000"/>
                  </a:solidFill>
                  <a:latin typeface="Arial" charset="0"/>
                </a:endParaRPr>
              </a:p>
            </p:txBody>
          </p:sp>
        </p:grpSp>
        <p:sp>
          <p:nvSpPr>
            <p:cNvPr id="17" name="Textfeld 16"/>
            <p:cNvSpPr txBox="1"/>
            <p:nvPr>
              <p:custDataLst>
                <p:tags r:id="rId13"/>
              </p:custDataLst>
            </p:nvPr>
          </p:nvSpPr>
          <p:spPr>
            <a:xfrm rot="20700000">
              <a:off x="6669286" y="2476988"/>
              <a:ext cx="1810409" cy="368307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 lIns="90000" tIns="46800" rIns="90000" bIns="46800" rtlCol="0">
              <a:sp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kern="0" dirty="0">
                  <a:solidFill>
                    <a:srgbClr val="000000"/>
                  </a:solidFill>
                  <a:latin typeface="+mn-lt"/>
                  <a:ea typeface="Bosch Office Sans" panose="020B0604020202020204" pitchFamily="34" charset="-128"/>
                  <a:cs typeface="Arial" pitchFamily="34" charset="0"/>
                </a:rPr>
                <a:t> </a:t>
              </a: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Bosch Office Sans" panose="020B0604020202020204" pitchFamily="34" charset="-128"/>
                  <a:cs typeface="Arial" pitchFamily="34" charset="0"/>
                </a:rPr>
                <a:t>Linear Encoder</a:t>
              </a: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5672946" y="1887506"/>
            <a:ext cx="4073034" cy="1902230"/>
            <a:chOff x="5672946" y="1887506"/>
            <a:chExt cx="4073034" cy="1902230"/>
          </a:xfrm>
        </p:grpSpPr>
        <p:grpSp>
          <p:nvGrpSpPr>
            <p:cNvPr id="16" name="Gruppieren 15"/>
            <p:cNvGrpSpPr/>
            <p:nvPr/>
          </p:nvGrpSpPr>
          <p:grpSpPr>
            <a:xfrm>
              <a:off x="5672946" y="2097983"/>
              <a:ext cx="4073034" cy="1691753"/>
              <a:chOff x="5844759" y="924781"/>
              <a:chExt cx="4073034" cy="1691753"/>
            </a:xfrm>
          </p:grpSpPr>
          <p:pic>
            <p:nvPicPr>
              <p:cNvPr id="10" name="Grafik 9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 rotWithShape="1">
              <a:blip r:embed="rId22"/>
              <a:srcRect l="28389" t="26727" b="13785"/>
              <a:stretch/>
            </p:blipFill>
            <p:spPr>
              <a:xfrm>
                <a:off x="5844759" y="924781"/>
                <a:ext cx="4073034" cy="1691753"/>
              </a:xfrm>
              <a:prstGeom prst="rect">
                <a:avLst/>
              </a:prstGeom>
            </p:spPr>
          </p:pic>
          <p:sp>
            <p:nvSpPr>
              <p:cNvPr id="15" name="Textfeld 14"/>
              <p:cNvSpPr txBox="1"/>
              <p:nvPr>
                <p:custDataLst>
                  <p:tags r:id="rId12"/>
                </p:custDataLst>
              </p:nvPr>
            </p:nvSpPr>
            <p:spPr>
              <a:xfrm rot="20820000">
                <a:off x="6535744" y="1068853"/>
                <a:ext cx="1451336" cy="368307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none" lIns="90000" tIns="46800" rIns="90000" bIns="46800" rtlCol="0">
                <a:spAutoFit/>
              </a:bodyPr>
              <a:lstStyle/>
              <a:p>
                <a:pPr marR="0" defTabSz="914400" eaLnBrk="1" fontAlgn="auto" latinLnBrk="0" hangingPunct="1">
                  <a:lnSpc>
                    <a:spcPts val="23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e-DE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Bosch Office Sans" panose="020B0604020202020204" pitchFamily="34" charset="-128"/>
                    <a:cs typeface="Arial" pitchFamily="34" charset="0"/>
                  </a:rPr>
                  <a:t>Linear </a:t>
                </a:r>
                <a:r>
                  <a:rPr kumimoji="0" lang="de-DE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Bosch Office Sans" panose="020B0604020202020204" pitchFamily="34" charset="-128"/>
                    <a:cs typeface="Arial" pitchFamily="34" charset="0"/>
                  </a:rPr>
                  <a:t>guide</a:t>
                </a: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Bosch Office Sans" panose="020B0604020202020204" pitchFamily="34" charset="-128"/>
                  <a:cs typeface="Arial" pitchFamily="34" charset="0"/>
                </a:endParaRPr>
              </a:p>
            </p:txBody>
          </p:sp>
        </p:grpSp>
        <p:sp>
          <p:nvSpPr>
            <p:cNvPr id="25" name="Kreuz 24"/>
            <p:cNvSpPr/>
            <p:nvPr>
              <p:custDataLst>
                <p:tags r:id="rId10"/>
              </p:custDataLst>
            </p:nvPr>
          </p:nvSpPr>
          <p:spPr>
            <a:xfrm>
              <a:off x="7471599" y="1887506"/>
              <a:ext cx="237864" cy="215275"/>
            </a:xfrm>
            <a:prstGeom prst="plus">
              <a:avLst/>
            </a:prstGeom>
            <a:solidFill>
              <a:srgbClr val="26446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0267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4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de-DE" dirty="0">
                <a:solidFill>
                  <a:srgbClr val="00CCFF"/>
                </a:solidFill>
                <a:latin typeface="Bosch Office Sans" pitchFamily="2" charset="0"/>
              </a:rPr>
              <a:t>Components</a:t>
            </a:r>
          </a:p>
        </p:txBody>
      </p:sp>
      <p:sp>
        <p:nvSpPr>
          <p:cNvPr id="9" name="Textfeld 8"/>
          <p:cNvSpPr txBox="1"/>
          <p:nvPr>
            <p:custDataLst>
              <p:tags r:id="rId9"/>
            </p:custDataLst>
          </p:nvPr>
        </p:nvSpPr>
        <p:spPr>
          <a:xfrm>
            <a:off x="3661791" y="2838389"/>
            <a:ext cx="2960015" cy="12769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200" b="1" dirty="0">
                <a:solidFill>
                  <a:srgbClr val="000000"/>
                </a:solidFill>
              </a:rPr>
              <a:t>Ball- or Roller-Runner-Block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(with mounted adapter plate)</a:t>
            </a:r>
          </a:p>
          <a:p>
            <a:br>
              <a:rPr lang="en-US" sz="1200" dirty="0">
                <a:solidFill>
                  <a:srgbClr val="000000"/>
                </a:solidFill>
              </a:rPr>
            </a:br>
            <a:r>
              <a:rPr lang="en-US" sz="1200" dirty="0">
                <a:solidFill>
                  <a:srgbClr val="000000"/>
                </a:solidFill>
              </a:rPr>
              <a:t>Available in: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different sizes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different accuracy classes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different preloading classes</a:t>
            </a:r>
          </a:p>
        </p:txBody>
      </p:sp>
      <p:sp>
        <p:nvSpPr>
          <p:cNvPr id="10" name="Textfeld 9"/>
          <p:cNvSpPr txBox="1"/>
          <p:nvPr>
            <p:custDataLst>
              <p:tags r:id="rId10"/>
            </p:custDataLst>
          </p:nvPr>
        </p:nvSpPr>
        <p:spPr>
          <a:xfrm>
            <a:off x="7319390" y="2841838"/>
            <a:ext cx="3393061" cy="95386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200" b="1" dirty="0">
                <a:solidFill>
                  <a:srgbClr val="000000"/>
                </a:solidFill>
              </a:rPr>
              <a:t>Guide Rail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with integrated, incremental scale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with integrated absolute code band (IMS-A)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with integrated reference marks (IMS-I)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with cover strip or plastic/steel caps</a:t>
            </a:r>
          </a:p>
        </p:txBody>
      </p:sp>
      <p:sp>
        <p:nvSpPr>
          <p:cNvPr id="11" name="Textfeld 10"/>
          <p:cNvSpPr txBox="1"/>
          <p:nvPr>
            <p:custDataLst>
              <p:tags r:id="rId11"/>
            </p:custDataLst>
          </p:nvPr>
        </p:nvSpPr>
        <p:spPr>
          <a:xfrm>
            <a:off x="443153" y="4403252"/>
            <a:ext cx="9938573" cy="76924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The integration of the measuring system in the linear guide results in a </a:t>
            </a:r>
            <a:r>
              <a:rPr lang="en-US" sz="1400" b="1" dirty="0">
                <a:solidFill>
                  <a:srgbClr val="000000"/>
                </a:solidFill>
              </a:rPr>
              <a:t>mechatronic system </a:t>
            </a:r>
            <a:r>
              <a:rPr lang="en-US" sz="1400" dirty="0">
                <a:solidFill>
                  <a:srgbClr val="000000"/>
                </a:solidFill>
              </a:rPr>
              <a:t>which combines the functions of </a:t>
            </a:r>
            <a:r>
              <a:rPr lang="en-US" sz="1400" b="1" dirty="0">
                <a:solidFill>
                  <a:srgbClr val="000000"/>
                </a:solidFill>
              </a:rPr>
              <a:t>guiding </a:t>
            </a:r>
            <a:r>
              <a:rPr lang="en-US" sz="1400" dirty="0">
                <a:solidFill>
                  <a:srgbClr val="000000"/>
                </a:solidFill>
              </a:rPr>
              <a:t>mechanical loads </a:t>
            </a:r>
            <a:r>
              <a:rPr lang="en-US" sz="1400" b="1" dirty="0">
                <a:solidFill>
                  <a:srgbClr val="000000"/>
                </a:solidFill>
              </a:rPr>
              <a:t>and measuring</a:t>
            </a:r>
            <a:r>
              <a:rPr lang="en-US" sz="1400" dirty="0">
                <a:solidFill>
                  <a:srgbClr val="000000"/>
                </a:solidFill>
              </a:rPr>
              <a:t> of absolute positions in a single product.</a:t>
            </a:r>
          </a:p>
          <a:p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47178" y="1224166"/>
            <a:ext cx="2042422" cy="1507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790695" y="1224167"/>
            <a:ext cx="2475197" cy="151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feld 13"/>
          <p:cNvSpPr txBox="1"/>
          <p:nvPr>
            <p:custDataLst>
              <p:tags r:id="rId14"/>
            </p:custDataLst>
          </p:nvPr>
        </p:nvSpPr>
        <p:spPr>
          <a:xfrm>
            <a:off x="461086" y="2843692"/>
            <a:ext cx="2856393" cy="9692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200" b="1" dirty="0">
                <a:solidFill>
                  <a:srgbClr val="000000"/>
                </a:solidFill>
              </a:rPr>
              <a:t>Measuring Head (Scanner)</a:t>
            </a:r>
          </a:p>
          <a:p>
            <a:endParaRPr lang="en-US" sz="1200" b="1" dirty="0">
              <a:solidFill>
                <a:srgbClr val="00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Including sensors, electronics,</a:t>
            </a:r>
            <a:br>
              <a:rPr lang="en-US" sz="1200" dirty="0">
                <a:solidFill>
                  <a:srgbClr val="000000"/>
                </a:solidFill>
              </a:rPr>
            </a:br>
            <a:r>
              <a:rPr lang="en-US" sz="1200" dirty="0">
                <a:solidFill>
                  <a:srgbClr val="000000"/>
                </a:solidFill>
              </a:rPr>
              <a:t>  connection cables and connector</a:t>
            </a:r>
          </a:p>
          <a:p>
            <a:pPr>
              <a:buFont typeface="Arial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 Ready-mounted on the runner block</a:t>
            </a:r>
          </a:p>
        </p:txBody>
      </p:sp>
      <p:pic>
        <p:nvPicPr>
          <p:cNvPr id="15" name="Grafik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985" y="1203257"/>
            <a:ext cx="2456276" cy="15474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147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5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259080" y="259080"/>
            <a:ext cx="9872980" cy="520446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External linear encoders (e.g. glass scales) are not needed anymore!</a:t>
            </a:r>
            <a:endParaRPr lang="en-US" sz="4000" dirty="0">
              <a:solidFill>
                <a:srgbClr val="00CCFF"/>
              </a:solidFill>
              <a:latin typeface="Bosch Office Sans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009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6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de-DE" dirty="0">
                <a:solidFill>
                  <a:srgbClr val="00CCFF"/>
                </a:solidFill>
                <a:latin typeface="Bosch Office Sans" pitchFamily="2" charset="0"/>
              </a:rPr>
              <a:t>Design</a:t>
            </a:r>
          </a:p>
        </p:txBody>
      </p:sp>
      <p:pic>
        <p:nvPicPr>
          <p:cNvPr id="9" name="Grafik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42048" y="1285570"/>
            <a:ext cx="4046975" cy="276768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206856" y="1285570"/>
            <a:ext cx="4741304" cy="2767688"/>
          </a:xfrm>
          <a:prstGeom prst="rect">
            <a:avLst/>
          </a:prstGeom>
        </p:spPr>
      </p:pic>
      <p:sp>
        <p:nvSpPr>
          <p:cNvPr id="11" name="Textfeld 10"/>
          <p:cNvSpPr txBox="1"/>
          <p:nvPr>
            <p:custDataLst>
              <p:tags r:id="rId11"/>
            </p:custDataLst>
          </p:nvPr>
        </p:nvSpPr>
        <p:spPr>
          <a:xfrm>
            <a:off x="661517" y="4129154"/>
            <a:ext cx="4324375" cy="12230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050" b="1" dirty="0">
                <a:solidFill>
                  <a:srgbClr val="000000"/>
                </a:solidFill>
              </a:rPr>
              <a:t>1</a:t>
            </a:r>
            <a:r>
              <a:rPr lang="en-US" sz="1050" dirty="0">
                <a:solidFill>
                  <a:srgbClr val="000000"/>
                </a:solidFill>
              </a:rPr>
              <a:t> Guide rail with scale, reference marks or absolute code band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2</a:t>
            </a:r>
            <a:r>
              <a:rPr lang="en-US" sz="1050" dirty="0">
                <a:solidFill>
                  <a:srgbClr val="000000"/>
                </a:solidFill>
              </a:rPr>
              <a:t> End seal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3</a:t>
            </a:r>
            <a:r>
              <a:rPr lang="en-US" sz="1050" dirty="0">
                <a:solidFill>
                  <a:srgbClr val="000000"/>
                </a:solidFill>
              </a:rPr>
              <a:t> Support plate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4</a:t>
            </a:r>
            <a:r>
              <a:rPr lang="en-US" sz="1050" dirty="0">
                <a:solidFill>
                  <a:srgbClr val="000000"/>
                </a:solidFill>
              </a:rPr>
              <a:t> Scanner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5</a:t>
            </a:r>
            <a:r>
              <a:rPr lang="en-US" sz="1050" dirty="0">
                <a:solidFill>
                  <a:srgbClr val="000000"/>
                </a:solidFill>
              </a:rPr>
              <a:t> Adapter plate (fixed to the runner block)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6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GB" sz="1050" dirty="0">
                <a:solidFill>
                  <a:srgbClr val="000000"/>
                </a:solidFill>
              </a:rPr>
              <a:t>Runner block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7 </a:t>
            </a:r>
            <a:r>
              <a:rPr lang="en-US" sz="1050" dirty="0">
                <a:solidFill>
                  <a:srgbClr val="000000"/>
                </a:solidFill>
              </a:rPr>
              <a:t>Cable and connector</a:t>
            </a:r>
          </a:p>
        </p:txBody>
      </p:sp>
      <p:sp>
        <p:nvSpPr>
          <p:cNvPr id="12" name="Textfeld 11"/>
          <p:cNvSpPr txBox="1"/>
          <p:nvPr>
            <p:custDataLst>
              <p:tags r:id="rId12"/>
            </p:custDataLst>
          </p:nvPr>
        </p:nvSpPr>
        <p:spPr>
          <a:xfrm>
            <a:off x="5412823" y="4129154"/>
            <a:ext cx="4905763" cy="10615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050" b="1" dirty="0">
                <a:solidFill>
                  <a:srgbClr val="000000"/>
                </a:solidFill>
              </a:rPr>
              <a:t>8 </a:t>
            </a:r>
            <a:r>
              <a:rPr lang="en-US" sz="1050" dirty="0">
                <a:solidFill>
                  <a:srgbClr val="000000"/>
                </a:solidFill>
              </a:rPr>
              <a:t>Reference marks (IMS-I) or absolute code band (IMS-A)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9</a:t>
            </a:r>
            <a:r>
              <a:rPr lang="en-US" sz="1050" dirty="0">
                <a:solidFill>
                  <a:srgbClr val="000000"/>
                </a:solidFill>
              </a:rPr>
              <a:t> Incremental scale pitch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10</a:t>
            </a:r>
            <a:r>
              <a:rPr lang="en-US" sz="1050" dirty="0">
                <a:solidFill>
                  <a:srgbClr val="000000"/>
                </a:solidFill>
              </a:rPr>
              <a:t> Scale protection via laser-welded stainless steel strip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11</a:t>
            </a:r>
            <a:r>
              <a:rPr lang="en-US" sz="1050" dirty="0">
                <a:solidFill>
                  <a:srgbClr val="000000"/>
                </a:solidFill>
              </a:rPr>
              <a:t> Sensor for reference marks (IMS-I) or absolute code band (IMS-A)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12</a:t>
            </a:r>
            <a:r>
              <a:rPr lang="en-US" sz="1050" dirty="0">
                <a:solidFill>
                  <a:srgbClr val="000000"/>
                </a:solidFill>
              </a:rPr>
              <a:t> Measuring sensor</a:t>
            </a:r>
          </a:p>
          <a:p>
            <a:r>
              <a:rPr lang="en-US" sz="1050" b="1" dirty="0">
                <a:solidFill>
                  <a:srgbClr val="000000"/>
                </a:solidFill>
              </a:rPr>
              <a:t>13</a:t>
            </a:r>
            <a:r>
              <a:rPr lang="en-US" sz="1050" dirty="0">
                <a:solidFill>
                  <a:srgbClr val="000000"/>
                </a:solidFill>
              </a:rPr>
              <a:t> </a:t>
            </a:r>
            <a:r>
              <a:rPr lang="en-GB" sz="1050" dirty="0">
                <a:solidFill>
                  <a:srgbClr val="000000"/>
                </a:solidFill>
              </a:rPr>
              <a:t>Evaluation electronics</a:t>
            </a:r>
            <a:endParaRPr lang="en-US" sz="105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466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7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Design – IMS rail construction</a:t>
            </a:r>
          </a:p>
        </p:txBody>
      </p:sp>
      <p:sp>
        <p:nvSpPr>
          <p:cNvPr id="9" name="Rectangle 1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flipH="1">
            <a:off x="5231571" y="1799565"/>
            <a:ext cx="72445" cy="56823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0" name="Line 15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5306396" y="1508346"/>
            <a:ext cx="0" cy="111657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11" name="Rectangle 14_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 rot="10800000">
            <a:off x="3607000" y="1790693"/>
            <a:ext cx="83379" cy="56823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2" name="Line 15_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rot="10800000">
            <a:off x="3611721" y="1516522"/>
            <a:ext cx="0" cy="111657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13" name="Freeform 16" descr="Diagonal weit nach oben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216594" y="1222808"/>
            <a:ext cx="2496818" cy="2051320"/>
          </a:xfrm>
          <a:custGeom>
            <a:avLst/>
            <a:gdLst>
              <a:gd name="T0" fmla="*/ 741 w 4042"/>
              <a:gd name="T1" fmla="*/ 1426 h 4016"/>
              <a:gd name="T2" fmla="*/ 54 w 4042"/>
              <a:gd name="T3" fmla="*/ 1444 h 4016"/>
              <a:gd name="T4" fmla="*/ 4 w 4042"/>
              <a:gd name="T5" fmla="*/ 1195 h 4016"/>
              <a:gd name="T6" fmla="*/ 98 w 4042"/>
              <a:gd name="T7" fmla="*/ 1095 h 4016"/>
              <a:gd name="T8" fmla="*/ 104 w 4042"/>
              <a:gd name="T9" fmla="*/ 995 h 4016"/>
              <a:gd name="T10" fmla="*/ 189 w 4042"/>
              <a:gd name="T11" fmla="*/ 948 h 4016"/>
              <a:gd name="T12" fmla="*/ 232 w 4042"/>
              <a:gd name="T13" fmla="*/ 864 h 4016"/>
              <a:gd name="T14" fmla="*/ 271 w 4042"/>
              <a:gd name="T15" fmla="*/ 809 h 4016"/>
              <a:gd name="T16" fmla="*/ 259 w 4042"/>
              <a:gd name="T17" fmla="*/ 382 h 4016"/>
              <a:gd name="T18" fmla="*/ 214 w 4042"/>
              <a:gd name="T19" fmla="*/ 306 h 4016"/>
              <a:gd name="T20" fmla="*/ 108 w 4042"/>
              <a:gd name="T21" fmla="*/ 227 h 4016"/>
              <a:gd name="T22" fmla="*/ 84 w 4042"/>
              <a:gd name="T23" fmla="*/ 213 h 4016"/>
              <a:gd name="T24" fmla="*/ 82 w 4042"/>
              <a:gd name="T25" fmla="*/ 198 h 4016"/>
              <a:gd name="T26" fmla="*/ 78 w 4042"/>
              <a:gd name="T27" fmla="*/ 173 h 4016"/>
              <a:gd name="T28" fmla="*/ 75 w 4042"/>
              <a:gd name="T29" fmla="*/ 143 h 4016"/>
              <a:gd name="T30" fmla="*/ 75 w 4042"/>
              <a:gd name="T31" fmla="*/ 116 h 4016"/>
              <a:gd name="T32" fmla="*/ 81 w 4042"/>
              <a:gd name="T33" fmla="*/ 97 h 4016"/>
              <a:gd name="T34" fmla="*/ 90 w 4042"/>
              <a:gd name="T35" fmla="*/ 85 h 4016"/>
              <a:gd name="T36" fmla="*/ 100 w 4042"/>
              <a:gd name="T37" fmla="*/ 73 h 4016"/>
              <a:gd name="T38" fmla="*/ 108 w 4042"/>
              <a:gd name="T39" fmla="*/ 59 h 4016"/>
              <a:gd name="T40" fmla="*/ 105 w 4042"/>
              <a:gd name="T41" fmla="*/ 39 h 4016"/>
              <a:gd name="T42" fmla="*/ 98 w 4042"/>
              <a:gd name="T43" fmla="*/ 18 h 4016"/>
              <a:gd name="T44" fmla="*/ 98 w 4042"/>
              <a:gd name="T45" fmla="*/ 4 h 4016"/>
              <a:gd name="T46" fmla="*/ 746 w 4042"/>
              <a:gd name="T47" fmla="*/ 0 h 4016"/>
              <a:gd name="T48" fmla="*/ 1380 w 4042"/>
              <a:gd name="T49" fmla="*/ 4 h 4016"/>
              <a:gd name="T50" fmla="*/ 1379 w 4042"/>
              <a:gd name="T51" fmla="*/ 18 h 4016"/>
              <a:gd name="T52" fmla="*/ 1372 w 4042"/>
              <a:gd name="T53" fmla="*/ 39 h 4016"/>
              <a:gd name="T54" fmla="*/ 1370 w 4042"/>
              <a:gd name="T55" fmla="*/ 59 h 4016"/>
              <a:gd name="T56" fmla="*/ 1377 w 4042"/>
              <a:gd name="T57" fmla="*/ 73 h 4016"/>
              <a:gd name="T58" fmla="*/ 1388 w 4042"/>
              <a:gd name="T59" fmla="*/ 85 h 4016"/>
              <a:gd name="T60" fmla="*/ 1397 w 4042"/>
              <a:gd name="T61" fmla="*/ 97 h 4016"/>
              <a:gd name="T62" fmla="*/ 1402 w 4042"/>
              <a:gd name="T63" fmla="*/ 116 h 4016"/>
              <a:gd name="T64" fmla="*/ 1402 w 4042"/>
              <a:gd name="T65" fmla="*/ 143 h 4016"/>
              <a:gd name="T66" fmla="*/ 1399 w 4042"/>
              <a:gd name="T67" fmla="*/ 173 h 4016"/>
              <a:gd name="T68" fmla="*/ 1396 w 4042"/>
              <a:gd name="T69" fmla="*/ 198 h 4016"/>
              <a:gd name="T70" fmla="*/ 1393 w 4042"/>
              <a:gd name="T71" fmla="*/ 213 h 4016"/>
              <a:gd name="T72" fmla="*/ 1369 w 4042"/>
              <a:gd name="T73" fmla="*/ 227 h 4016"/>
              <a:gd name="T74" fmla="*/ 1263 w 4042"/>
              <a:gd name="T75" fmla="*/ 306 h 4016"/>
              <a:gd name="T76" fmla="*/ 1218 w 4042"/>
              <a:gd name="T77" fmla="*/ 382 h 4016"/>
              <a:gd name="T78" fmla="*/ 1207 w 4042"/>
              <a:gd name="T79" fmla="*/ 809 h 4016"/>
              <a:gd name="T80" fmla="*/ 1246 w 4042"/>
              <a:gd name="T81" fmla="*/ 864 h 4016"/>
              <a:gd name="T82" fmla="*/ 1288 w 4042"/>
              <a:gd name="T83" fmla="*/ 948 h 4016"/>
              <a:gd name="T84" fmla="*/ 1374 w 4042"/>
              <a:gd name="T85" fmla="*/ 995 h 4016"/>
              <a:gd name="T86" fmla="*/ 1380 w 4042"/>
              <a:gd name="T87" fmla="*/ 1090 h 4016"/>
              <a:gd name="T88" fmla="*/ 1478 w 4042"/>
              <a:gd name="T89" fmla="*/ 1195 h 4016"/>
              <a:gd name="T90" fmla="*/ 1428 w 4042"/>
              <a:gd name="T91" fmla="*/ 1444 h 401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4042"/>
              <a:gd name="T139" fmla="*/ 0 h 4016"/>
              <a:gd name="T140" fmla="*/ 4042 w 4042"/>
              <a:gd name="T141" fmla="*/ 4016 h 401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4042" h="4016">
                <a:moveTo>
                  <a:pt x="2706" y="4016"/>
                </a:moveTo>
                <a:lnTo>
                  <a:pt x="2657" y="3967"/>
                </a:lnTo>
                <a:lnTo>
                  <a:pt x="2022" y="3967"/>
                </a:lnTo>
                <a:lnTo>
                  <a:pt x="1385" y="3967"/>
                </a:lnTo>
                <a:lnTo>
                  <a:pt x="1335" y="4016"/>
                </a:lnTo>
                <a:lnTo>
                  <a:pt x="147" y="4016"/>
                </a:lnTo>
                <a:lnTo>
                  <a:pt x="0" y="3871"/>
                </a:lnTo>
                <a:lnTo>
                  <a:pt x="0" y="3370"/>
                </a:lnTo>
                <a:lnTo>
                  <a:pt x="10" y="3323"/>
                </a:lnTo>
                <a:lnTo>
                  <a:pt x="37" y="3286"/>
                </a:lnTo>
                <a:lnTo>
                  <a:pt x="239" y="3084"/>
                </a:lnTo>
                <a:lnTo>
                  <a:pt x="266" y="3044"/>
                </a:lnTo>
                <a:lnTo>
                  <a:pt x="273" y="3001"/>
                </a:lnTo>
                <a:lnTo>
                  <a:pt x="273" y="2795"/>
                </a:lnTo>
                <a:lnTo>
                  <a:pt x="283" y="2767"/>
                </a:lnTo>
                <a:lnTo>
                  <a:pt x="307" y="2754"/>
                </a:lnTo>
                <a:lnTo>
                  <a:pt x="421" y="2711"/>
                </a:lnTo>
                <a:lnTo>
                  <a:pt x="516" y="2636"/>
                </a:lnTo>
                <a:lnTo>
                  <a:pt x="584" y="2538"/>
                </a:lnTo>
                <a:lnTo>
                  <a:pt x="622" y="2424"/>
                </a:lnTo>
                <a:lnTo>
                  <a:pt x="633" y="2403"/>
                </a:lnTo>
                <a:lnTo>
                  <a:pt x="707" y="2330"/>
                </a:lnTo>
                <a:lnTo>
                  <a:pt x="731" y="2291"/>
                </a:lnTo>
                <a:lnTo>
                  <a:pt x="739" y="2249"/>
                </a:lnTo>
                <a:lnTo>
                  <a:pt x="739" y="1143"/>
                </a:lnTo>
                <a:lnTo>
                  <a:pt x="731" y="1097"/>
                </a:lnTo>
                <a:lnTo>
                  <a:pt x="707" y="1062"/>
                </a:lnTo>
                <a:lnTo>
                  <a:pt x="633" y="988"/>
                </a:lnTo>
                <a:lnTo>
                  <a:pt x="622" y="967"/>
                </a:lnTo>
                <a:lnTo>
                  <a:pt x="584" y="850"/>
                </a:lnTo>
                <a:lnTo>
                  <a:pt x="516" y="754"/>
                </a:lnTo>
                <a:lnTo>
                  <a:pt x="421" y="680"/>
                </a:lnTo>
                <a:lnTo>
                  <a:pt x="294" y="631"/>
                </a:lnTo>
                <a:lnTo>
                  <a:pt x="276" y="610"/>
                </a:lnTo>
                <a:lnTo>
                  <a:pt x="230" y="595"/>
                </a:lnTo>
                <a:lnTo>
                  <a:pt x="230" y="593"/>
                </a:lnTo>
                <a:lnTo>
                  <a:pt x="229" y="584"/>
                </a:lnTo>
                <a:lnTo>
                  <a:pt x="227" y="570"/>
                </a:lnTo>
                <a:lnTo>
                  <a:pt x="223" y="552"/>
                </a:lnTo>
                <a:lnTo>
                  <a:pt x="220" y="531"/>
                </a:lnTo>
                <a:lnTo>
                  <a:pt x="218" y="506"/>
                </a:lnTo>
                <a:lnTo>
                  <a:pt x="214" y="480"/>
                </a:lnTo>
                <a:lnTo>
                  <a:pt x="211" y="452"/>
                </a:lnTo>
                <a:lnTo>
                  <a:pt x="207" y="425"/>
                </a:lnTo>
                <a:lnTo>
                  <a:pt x="205" y="397"/>
                </a:lnTo>
                <a:lnTo>
                  <a:pt x="204" y="369"/>
                </a:lnTo>
                <a:lnTo>
                  <a:pt x="203" y="344"/>
                </a:lnTo>
                <a:lnTo>
                  <a:pt x="205" y="322"/>
                </a:lnTo>
                <a:lnTo>
                  <a:pt x="207" y="302"/>
                </a:lnTo>
                <a:lnTo>
                  <a:pt x="213" y="285"/>
                </a:lnTo>
                <a:lnTo>
                  <a:pt x="220" y="270"/>
                </a:lnTo>
                <a:lnTo>
                  <a:pt x="227" y="258"/>
                </a:lnTo>
                <a:lnTo>
                  <a:pt x="236" y="246"/>
                </a:lnTo>
                <a:lnTo>
                  <a:pt x="245" y="236"/>
                </a:lnTo>
                <a:lnTo>
                  <a:pt x="254" y="225"/>
                </a:lnTo>
                <a:lnTo>
                  <a:pt x="265" y="215"/>
                </a:lnTo>
                <a:lnTo>
                  <a:pt x="274" y="203"/>
                </a:lnTo>
                <a:lnTo>
                  <a:pt x="282" y="192"/>
                </a:lnTo>
                <a:lnTo>
                  <a:pt x="289" y="178"/>
                </a:lnTo>
                <a:lnTo>
                  <a:pt x="294" y="163"/>
                </a:lnTo>
                <a:lnTo>
                  <a:pt x="295" y="146"/>
                </a:lnTo>
                <a:lnTo>
                  <a:pt x="291" y="127"/>
                </a:lnTo>
                <a:lnTo>
                  <a:pt x="287" y="108"/>
                </a:lnTo>
                <a:lnTo>
                  <a:pt x="280" y="88"/>
                </a:lnTo>
                <a:lnTo>
                  <a:pt x="274" y="69"/>
                </a:lnTo>
                <a:lnTo>
                  <a:pt x="268" y="50"/>
                </a:lnTo>
                <a:lnTo>
                  <a:pt x="265" y="34"/>
                </a:lnTo>
                <a:lnTo>
                  <a:pt x="264" y="20"/>
                </a:lnTo>
                <a:lnTo>
                  <a:pt x="267" y="10"/>
                </a:lnTo>
                <a:lnTo>
                  <a:pt x="275" y="3"/>
                </a:lnTo>
                <a:lnTo>
                  <a:pt x="289" y="0"/>
                </a:lnTo>
                <a:lnTo>
                  <a:pt x="2035" y="0"/>
                </a:lnTo>
                <a:lnTo>
                  <a:pt x="3741" y="0"/>
                </a:lnTo>
                <a:lnTo>
                  <a:pt x="3756" y="3"/>
                </a:lnTo>
                <a:lnTo>
                  <a:pt x="3764" y="10"/>
                </a:lnTo>
                <a:lnTo>
                  <a:pt x="3766" y="20"/>
                </a:lnTo>
                <a:lnTo>
                  <a:pt x="3766" y="34"/>
                </a:lnTo>
                <a:lnTo>
                  <a:pt x="3762" y="50"/>
                </a:lnTo>
                <a:lnTo>
                  <a:pt x="3757" y="69"/>
                </a:lnTo>
                <a:lnTo>
                  <a:pt x="3750" y="88"/>
                </a:lnTo>
                <a:lnTo>
                  <a:pt x="3743" y="108"/>
                </a:lnTo>
                <a:lnTo>
                  <a:pt x="3739" y="127"/>
                </a:lnTo>
                <a:lnTo>
                  <a:pt x="3735" y="146"/>
                </a:lnTo>
                <a:lnTo>
                  <a:pt x="3737" y="163"/>
                </a:lnTo>
                <a:lnTo>
                  <a:pt x="3740" y="178"/>
                </a:lnTo>
                <a:lnTo>
                  <a:pt x="3748" y="192"/>
                </a:lnTo>
                <a:lnTo>
                  <a:pt x="3756" y="203"/>
                </a:lnTo>
                <a:lnTo>
                  <a:pt x="3765" y="215"/>
                </a:lnTo>
                <a:lnTo>
                  <a:pt x="3776" y="225"/>
                </a:lnTo>
                <a:lnTo>
                  <a:pt x="3785" y="236"/>
                </a:lnTo>
                <a:lnTo>
                  <a:pt x="3794" y="246"/>
                </a:lnTo>
                <a:lnTo>
                  <a:pt x="3803" y="258"/>
                </a:lnTo>
                <a:lnTo>
                  <a:pt x="3810" y="270"/>
                </a:lnTo>
                <a:lnTo>
                  <a:pt x="3817" y="285"/>
                </a:lnTo>
                <a:lnTo>
                  <a:pt x="3823" y="302"/>
                </a:lnTo>
                <a:lnTo>
                  <a:pt x="3825" y="322"/>
                </a:lnTo>
                <a:lnTo>
                  <a:pt x="3826" y="344"/>
                </a:lnTo>
                <a:lnTo>
                  <a:pt x="3826" y="369"/>
                </a:lnTo>
                <a:lnTo>
                  <a:pt x="3825" y="397"/>
                </a:lnTo>
                <a:lnTo>
                  <a:pt x="3823" y="425"/>
                </a:lnTo>
                <a:lnTo>
                  <a:pt x="3819" y="452"/>
                </a:lnTo>
                <a:lnTo>
                  <a:pt x="3816" y="480"/>
                </a:lnTo>
                <a:lnTo>
                  <a:pt x="3814" y="506"/>
                </a:lnTo>
                <a:lnTo>
                  <a:pt x="3810" y="531"/>
                </a:lnTo>
                <a:lnTo>
                  <a:pt x="3807" y="552"/>
                </a:lnTo>
                <a:lnTo>
                  <a:pt x="3803" y="570"/>
                </a:lnTo>
                <a:lnTo>
                  <a:pt x="3801" y="584"/>
                </a:lnTo>
                <a:lnTo>
                  <a:pt x="3800" y="593"/>
                </a:lnTo>
                <a:lnTo>
                  <a:pt x="3799" y="595"/>
                </a:lnTo>
                <a:lnTo>
                  <a:pt x="3754" y="610"/>
                </a:lnTo>
                <a:lnTo>
                  <a:pt x="3735" y="631"/>
                </a:lnTo>
                <a:lnTo>
                  <a:pt x="3609" y="680"/>
                </a:lnTo>
                <a:lnTo>
                  <a:pt x="3513" y="754"/>
                </a:lnTo>
                <a:lnTo>
                  <a:pt x="3446" y="850"/>
                </a:lnTo>
                <a:lnTo>
                  <a:pt x="3407" y="967"/>
                </a:lnTo>
                <a:lnTo>
                  <a:pt x="3397" y="988"/>
                </a:lnTo>
                <a:lnTo>
                  <a:pt x="3323" y="1062"/>
                </a:lnTo>
                <a:lnTo>
                  <a:pt x="3298" y="1097"/>
                </a:lnTo>
                <a:lnTo>
                  <a:pt x="3291" y="1143"/>
                </a:lnTo>
                <a:lnTo>
                  <a:pt x="3291" y="2249"/>
                </a:lnTo>
                <a:lnTo>
                  <a:pt x="3298" y="2291"/>
                </a:lnTo>
                <a:lnTo>
                  <a:pt x="3323" y="2330"/>
                </a:lnTo>
                <a:lnTo>
                  <a:pt x="3397" y="2403"/>
                </a:lnTo>
                <a:lnTo>
                  <a:pt x="3407" y="2424"/>
                </a:lnTo>
                <a:lnTo>
                  <a:pt x="3446" y="2538"/>
                </a:lnTo>
                <a:lnTo>
                  <a:pt x="3513" y="2636"/>
                </a:lnTo>
                <a:lnTo>
                  <a:pt x="3609" y="2711"/>
                </a:lnTo>
                <a:lnTo>
                  <a:pt x="3722" y="2754"/>
                </a:lnTo>
                <a:lnTo>
                  <a:pt x="3747" y="2767"/>
                </a:lnTo>
                <a:lnTo>
                  <a:pt x="3757" y="2795"/>
                </a:lnTo>
                <a:lnTo>
                  <a:pt x="3755" y="2989"/>
                </a:lnTo>
                <a:lnTo>
                  <a:pt x="3763" y="3032"/>
                </a:lnTo>
                <a:lnTo>
                  <a:pt x="3788" y="3072"/>
                </a:lnTo>
                <a:lnTo>
                  <a:pt x="4005" y="3286"/>
                </a:lnTo>
                <a:lnTo>
                  <a:pt x="4032" y="3323"/>
                </a:lnTo>
                <a:lnTo>
                  <a:pt x="4042" y="3370"/>
                </a:lnTo>
                <a:lnTo>
                  <a:pt x="4042" y="3871"/>
                </a:lnTo>
                <a:lnTo>
                  <a:pt x="3894" y="4016"/>
                </a:lnTo>
                <a:lnTo>
                  <a:pt x="2706" y="4016"/>
                </a:lnTo>
                <a:close/>
              </a:path>
            </a:pathLst>
          </a:custGeom>
          <a:pattFill prst="wdUpDiag">
            <a:fgClr>
              <a:srgbClr val="E3E315"/>
            </a:fgClr>
            <a:bgClr>
              <a:srgbClr val="FFFFFF"/>
            </a:bgClr>
          </a:pattFill>
          <a:ln w="19050" cmpd="sng">
            <a:solidFill>
              <a:srgbClr val="000000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604734" y="1626253"/>
            <a:ext cx="1405919" cy="35799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>
            <a:noFill/>
            <a:miter lim="800000"/>
            <a:headEnd/>
            <a:tailEnd/>
          </a:ln>
        </p:spPr>
        <p:txBody>
          <a:bodyPr wrap="none" lIns="80211" tIns="40106" rIns="80211" bIns="40106">
            <a:noAutofit/>
          </a:bodyPr>
          <a:lstStyle/>
          <a:p>
            <a:pPr defTabSz="668338" eaLnBrk="0" hangingPunct="0"/>
            <a:r>
              <a:rPr lang="de-DE" dirty="0">
                <a:solidFill>
                  <a:srgbClr val="000000"/>
                </a:solidFill>
                <a:latin typeface="Arial" charset="0"/>
              </a:rPr>
              <a:t>Linear </a:t>
            </a:r>
            <a:r>
              <a:rPr lang="de-DE" dirty="0" err="1">
                <a:solidFill>
                  <a:srgbClr val="000000"/>
                </a:solidFill>
                <a:latin typeface="Arial" charset="0"/>
              </a:rPr>
              <a:t>scale</a:t>
            </a:r>
            <a:endParaRPr lang="de-DE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5" name="Line 12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5408613" y="2095500"/>
            <a:ext cx="1980429" cy="1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16" name="Line 13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H="1">
            <a:off x="7008041" y="3467100"/>
            <a:ext cx="381000" cy="228600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17" name="Freeform 17"/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097724" y="1950146"/>
            <a:ext cx="737926" cy="1298412"/>
          </a:xfrm>
          <a:custGeom>
            <a:avLst/>
            <a:gdLst/>
            <a:ahLst/>
            <a:cxnLst>
              <a:cxn ang="0">
                <a:pos x="1195" y="2544"/>
              </a:cxn>
              <a:cxn ang="0">
                <a:pos x="1133" y="2481"/>
              </a:cxn>
              <a:cxn ang="0">
                <a:pos x="1133" y="0"/>
              </a:cxn>
              <a:cxn ang="0">
                <a:pos x="61" y="0"/>
              </a:cxn>
              <a:cxn ang="0">
                <a:pos x="61" y="2481"/>
              </a:cxn>
              <a:cxn ang="0">
                <a:pos x="0" y="2544"/>
              </a:cxn>
              <a:cxn ang="0">
                <a:pos x="1195" y="2544"/>
              </a:cxn>
              <a:cxn ang="0">
                <a:pos x="1195" y="2544"/>
              </a:cxn>
            </a:cxnLst>
            <a:rect l="0" t="0" r="r" b="b"/>
            <a:pathLst>
              <a:path w="1195" h="2544">
                <a:moveTo>
                  <a:pt x="1195" y="2544"/>
                </a:moveTo>
                <a:lnTo>
                  <a:pt x="1133" y="2481"/>
                </a:lnTo>
                <a:lnTo>
                  <a:pt x="1133" y="0"/>
                </a:lnTo>
                <a:lnTo>
                  <a:pt x="61" y="0"/>
                </a:lnTo>
                <a:lnTo>
                  <a:pt x="61" y="2481"/>
                </a:lnTo>
                <a:lnTo>
                  <a:pt x="0" y="2544"/>
                </a:lnTo>
                <a:lnTo>
                  <a:pt x="1195" y="2544"/>
                </a:lnTo>
                <a:lnTo>
                  <a:pt x="1195" y="2544"/>
                </a:lnTo>
              </a:path>
            </a:pathLst>
          </a:custGeom>
          <a:gradFill flip="none" rotWithShape="0">
            <a:gsLst>
              <a:gs pos="0">
                <a:srgbClr val="264461"/>
              </a:gs>
              <a:gs pos="50000">
                <a:schemeClr val="bg1"/>
              </a:gs>
              <a:gs pos="100000">
                <a:srgbClr val="264461"/>
              </a:gs>
            </a:gsLst>
            <a:lin ang="0" scaled="1"/>
            <a:tileRect/>
          </a:gradFill>
          <a:ln w="1270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>
            <a:noAutofit/>
          </a:bodyPr>
          <a:lstStyle/>
          <a:p>
            <a:pPr>
              <a:defRPr/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18" name="Freeform 18"/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3833218" y="1222808"/>
            <a:ext cx="1273681" cy="7273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692"/>
              </a:cxn>
              <a:cxn ang="0">
                <a:pos x="20" y="712"/>
              </a:cxn>
              <a:cxn ang="0">
                <a:pos x="1012" y="712"/>
              </a:cxn>
              <a:cxn ang="0">
                <a:pos x="1032" y="692"/>
              </a:cxn>
              <a:cxn ang="0">
                <a:pos x="1033" y="1"/>
              </a:cxn>
              <a:cxn ang="0">
                <a:pos x="0" y="0"/>
              </a:cxn>
            </a:cxnLst>
            <a:rect l="0" t="0" r="r" b="b"/>
            <a:pathLst>
              <a:path w="1033" h="712">
                <a:moveTo>
                  <a:pt x="0" y="0"/>
                </a:moveTo>
                <a:lnTo>
                  <a:pt x="0" y="692"/>
                </a:lnTo>
                <a:lnTo>
                  <a:pt x="20" y="712"/>
                </a:lnTo>
                <a:lnTo>
                  <a:pt x="1012" y="712"/>
                </a:lnTo>
                <a:lnTo>
                  <a:pt x="1032" y="692"/>
                </a:lnTo>
                <a:lnTo>
                  <a:pt x="1033" y="1"/>
                </a:lnTo>
                <a:lnTo>
                  <a:pt x="0" y="0"/>
                </a:lnTo>
                <a:close/>
              </a:path>
            </a:pathLst>
          </a:custGeom>
          <a:gradFill flip="none" rotWithShape="0">
            <a:gsLst>
              <a:gs pos="0">
                <a:srgbClr val="264461"/>
              </a:gs>
              <a:gs pos="50000">
                <a:schemeClr val="bg1"/>
              </a:gs>
              <a:gs pos="100000">
                <a:srgbClr val="264461"/>
              </a:gs>
            </a:gsLst>
            <a:lin ang="0" scaled="1"/>
            <a:tileRect/>
          </a:gradFill>
          <a:ln w="12700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>
              <a:defRPr/>
            </a:pPr>
            <a:endParaRPr lang="de-DE">
              <a:solidFill>
                <a:srgbClr val="000000"/>
              </a:solidFill>
            </a:endParaRPr>
          </a:p>
        </p:txBody>
      </p:sp>
      <p:sp>
        <p:nvSpPr>
          <p:cNvPr id="19" name="Freeform 19"/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833218" y="1222808"/>
            <a:ext cx="1270311" cy="727338"/>
          </a:xfrm>
          <a:custGeom>
            <a:avLst/>
            <a:gdLst>
              <a:gd name="T0" fmla="*/ 0 w 2057"/>
              <a:gd name="T1" fmla="*/ 0 h 1426"/>
              <a:gd name="T2" fmla="*/ 0 w 2057"/>
              <a:gd name="T3" fmla="*/ 2 h 1426"/>
              <a:gd name="T4" fmla="*/ 753 w 2057"/>
              <a:gd name="T5" fmla="*/ 1 h 1426"/>
              <a:gd name="T6" fmla="*/ 753 w 2057"/>
              <a:gd name="T7" fmla="*/ 497 h 1426"/>
              <a:gd name="T8" fmla="*/ 739 w 2057"/>
              <a:gd name="T9" fmla="*/ 511 h 1426"/>
              <a:gd name="T10" fmla="*/ 739 w 2057"/>
              <a:gd name="T11" fmla="*/ 512 h 1426"/>
              <a:gd name="T12" fmla="*/ 754 w 2057"/>
              <a:gd name="T13" fmla="*/ 497 h 1426"/>
              <a:gd name="T14" fmla="*/ 754 w 2057"/>
              <a:gd name="T15" fmla="*/ 1 h 1426"/>
              <a:gd name="T16" fmla="*/ 0 w 2057"/>
              <a:gd name="T17" fmla="*/ 0 h 14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057"/>
              <a:gd name="T28" fmla="*/ 0 h 1426"/>
              <a:gd name="T29" fmla="*/ 2057 w 2057"/>
              <a:gd name="T30" fmla="*/ 1426 h 14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057" h="1426">
                <a:moveTo>
                  <a:pt x="0" y="0"/>
                </a:moveTo>
                <a:lnTo>
                  <a:pt x="0" y="5"/>
                </a:lnTo>
                <a:lnTo>
                  <a:pt x="2055" y="4"/>
                </a:lnTo>
                <a:lnTo>
                  <a:pt x="2055" y="1383"/>
                </a:lnTo>
                <a:lnTo>
                  <a:pt x="2015" y="1423"/>
                </a:lnTo>
                <a:lnTo>
                  <a:pt x="2016" y="1426"/>
                </a:lnTo>
                <a:lnTo>
                  <a:pt x="2057" y="1384"/>
                </a:lnTo>
                <a:lnTo>
                  <a:pt x="2056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sp>
        <p:nvSpPr>
          <p:cNvPr id="20" name="Line 21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4129736" y="3215885"/>
            <a:ext cx="678959" cy="1421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endParaRPr lang="de-DE"/>
          </a:p>
        </p:txBody>
      </p:sp>
      <p:sp>
        <p:nvSpPr>
          <p:cNvPr id="21" name="Line 22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3833217" y="1930259"/>
            <a:ext cx="1268626" cy="14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endParaRPr lang="de-DE"/>
          </a:p>
        </p:txBody>
      </p:sp>
      <p:sp>
        <p:nvSpPr>
          <p:cNvPr id="22" name="Line 25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3833217" y="1241277"/>
            <a:ext cx="1268626" cy="1421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endParaRPr lang="de-DE"/>
          </a:p>
        </p:txBody>
      </p:sp>
      <p:grpSp>
        <p:nvGrpSpPr>
          <p:cNvPr id="23" name="Gruppieren 22"/>
          <p:cNvGrpSpPr/>
          <p:nvPr/>
        </p:nvGrpSpPr>
        <p:grpSpPr>
          <a:xfrm>
            <a:off x="2436041" y="4914901"/>
            <a:ext cx="4495800" cy="325771"/>
            <a:chOff x="2064159" y="4762445"/>
            <a:chExt cx="4642125" cy="325771"/>
          </a:xfrm>
        </p:grpSpPr>
        <p:sp>
          <p:nvSpPr>
            <p:cNvPr id="24" name="Rectangle 30"/>
            <p:cNvSpPr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2064159" y="4762445"/>
              <a:ext cx="4642125" cy="325771"/>
            </a:xfrm>
            <a:prstGeom prst="rect">
              <a:avLst/>
            </a:prstGeom>
            <a:solidFill>
              <a:srgbClr val="5A7C91"/>
            </a:solidFill>
            <a:ln w="31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grpSp>
          <p:nvGrpSpPr>
            <p:cNvPr id="25" name="Gruppieren 24"/>
            <p:cNvGrpSpPr/>
            <p:nvPr/>
          </p:nvGrpSpPr>
          <p:grpSpPr>
            <a:xfrm>
              <a:off x="2105283" y="4827930"/>
              <a:ext cx="4147996" cy="190332"/>
              <a:chOff x="2105283" y="4827930"/>
              <a:chExt cx="4147996" cy="190332"/>
            </a:xfrm>
          </p:grpSpPr>
          <p:sp>
            <p:nvSpPr>
              <p:cNvPr id="26" name="Rectangle 27_"/>
              <p:cNvSpPr>
                <a:spLocks noChangeArrowheads="1"/>
              </p:cNvSpPr>
              <p:nvPr>
                <p:custDataLst>
                  <p:tags r:id="rId85"/>
                </p:custDataLst>
              </p:nvPr>
            </p:nvSpPr>
            <p:spPr bwMode="auto">
              <a:xfrm>
                <a:off x="2105283" y="4827930"/>
                <a:ext cx="638386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Rectangle 33_"/>
              <p:cNvSpPr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2808718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Rectangle 34_"/>
              <p:cNvSpPr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2922175" y="4827930"/>
                <a:ext cx="125559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Rectangle 36_"/>
              <p:cNvSpPr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3159679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0" name="Rectangle 39_"/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3428950" y="4827930"/>
                <a:ext cx="381216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1" name="Rectangle 44_"/>
              <p:cNvSpPr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4087002" y="4827930"/>
                <a:ext cx="58998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2" name="Rectangle 45_"/>
              <p:cNvSpPr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4204998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Rectangle 46_"/>
              <p:cNvSpPr>
                <a:spLocks noChangeArrowheads="1"/>
              </p:cNvSpPr>
              <p:nvPr>
                <p:custDataLst>
                  <p:tags r:id="rId92"/>
                </p:custDataLst>
              </p:nvPr>
            </p:nvSpPr>
            <p:spPr bwMode="auto">
              <a:xfrm>
                <a:off x="4318455" y="4827930"/>
                <a:ext cx="254144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4" name="Rectangle 50_"/>
              <p:cNvSpPr>
                <a:spLocks noChangeArrowheads="1"/>
              </p:cNvSpPr>
              <p:nvPr>
                <p:custDataLst>
                  <p:tags r:id="rId93"/>
                </p:custDataLst>
              </p:nvPr>
            </p:nvSpPr>
            <p:spPr bwMode="auto">
              <a:xfrm>
                <a:off x="4723875" y="4827930"/>
                <a:ext cx="152789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5" name="Rectangle 53_"/>
              <p:cNvSpPr>
                <a:spLocks noChangeArrowheads="1"/>
              </p:cNvSpPr>
              <p:nvPr>
                <p:custDataLst>
                  <p:tags r:id="rId94"/>
                </p:custDataLst>
              </p:nvPr>
            </p:nvSpPr>
            <p:spPr bwMode="auto">
              <a:xfrm>
                <a:off x="5139885" y="4827930"/>
                <a:ext cx="58998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6" name="Rectangle 55_"/>
              <p:cNvSpPr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5372851" y="4827930"/>
                <a:ext cx="18909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7" name="Rectangle 57_"/>
              <p:cNvSpPr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5608842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Rectangle 58_"/>
              <p:cNvSpPr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5722299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Rectangle 59_"/>
              <p:cNvSpPr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5840294" y="4827930"/>
                <a:ext cx="180019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0" name="Rectangle 61_"/>
              <p:cNvSpPr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6077798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sp>
            <p:nvSpPr>
              <p:cNvPr id="41" name="Rectangle 62_"/>
              <p:cNvSpPr>
                <a:spLocks noChangeArrowheads="1"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6195794" y="4827930"/>
                <a:ext cx="57485" cy="190332"/>
              </a:xfrm>
              <a:prstGeom prst="rect">
                <a:avLst/>
              </a:prstGeom>
              <a:solidFill>
                <a:srgbClr val="FFFFFF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42" name="Gruppieren 41"/>
          <p:cNvGrpSpPr/>
          <p:nvPr/>
        </p:nvGrpSpPr>
        <p:grpSpPr>
          <a:xfrm>
            <a:off x="2436042" y="4152901"/>
            <a:ext cx="4495800" cy="325969"/>
            <a:chOff x="2058110" y="4076757"/>
            <a:chExt cx="4649945" cy="325969"/>
          </a:xfrm>
        </p:grpSpPr>
        <p:sp>
          <p:nvSpPr>
            <p:cNvPr id="43" name="Rectangle 65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2058110" y="4076757"/>
              <a:ext cx="4649945" cy="325969"/>
            </a:xfrm>
            <a:prstGeom prst="rect">
              <a:avLst/>
            </a:prstGeom>
            <a:solidFill>
              <a:srgbClr val="5A7C91"/>
            </a:solidFill>
            <a:ln w="317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44" name="Oval 67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4420899" y="4187047"/>
              <a:ext cx="110425" cy="112741"/>
            </a:xfrm>
            <a:prstGeom prst="ellipse">
              <a:avLst/>
            </a:prstGeom>
            <a:solidFill>
              <a:srgbClr val="FFFFFF"/>
            </a:solidFill>
            <a:ln w="3175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</p:grpSp>
      <p:sp>
        <p:nvSpPr>
          <p:cNvPr id="54" name="Line 72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H="1" flipV="1">
            <a:off x="1826439" y="2095500"/>
            <a:ext cx="1753372" cy="0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55" name="Line 73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1825811" y="2095045"/>
            <a:ext cx="630" cy="2591255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56" name="Line 74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 flipV="1">
            <a:off x="1826441" y="4686300"/>
            <a:ext cx="381630" cy="682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57" name="Text Box 75"/>
          <p:cNvSpPr txBox="1"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446212" y="1638300"/>
            <a:ext cx="1867584" cy="357994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>
            <a:noFill/>
            <a:miter lim="800000"/>
            <a:headEnd/>
            <a:tailEnd/>
          </a:ln>
        </p:spPr>
        <p:txBody>
          <a:bodyPr wrap="none" lIns="80211" tIns="40106" rIns="80211" bIns="40106">
            <a:noAutofit/>
          </a:bodyPr>
          <a:lstStyle/>
          <a:p>
            <a:pPr defTabSz="668338" eaLnBrk="0" hangingPunct="0"/>
            <a:r>
              <a:rPr lang="de-DE" dirty="0">
                <a:solidFill>
                  <a:srgbClr val="000000"/>
                </a:solidFill>
                <a:latin typeface="Arial" charset="0"/>
              </a:rPr>
              <a:t>Position </a:t>
            </a:r>
            <a:r>
              <a:rPr lang="de-DE" dirty="0" err="1">
                <a:solidFill>
                  <a:srgbClr val="000000"/>
                </a:solidFill>
                <a:latin typeface="Arial" charset="0"/>
              </a:rPr>
              <a:t>element</a:t>
            </a:r>
            <a:endParaRPr lang="de-DE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8" name="Line 73_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 flipH="1">
            <a:off x="7389041" y="2095500"/>
            <a:ext cx="0" cy="1371600"/>
          </a:xfrm>
          <a:prstGeom prst="line">
            <a:avLst/>
          </a:prstGeom>
          <a:noFill/>
          <a:ln w="38100" cap="rnd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noAutofit/>
          </a:bodyPr>
          <a:lstStyle/>
          <a:p>
            <a:endParaRPr lang="de-DE"/>
          </a:p>
        </p:txBody>
      </p:sp>
      <p:sp>
        <p:nvSpPr>
          <p:cNvPr id="59" name="Textfeld 58"/>
          <p:cNvSpPr txBox="1"/>
          <p:nvPr>
            <p:custDataLst>
              <p:tags r:id="rId28"/>
            </p:custDataLst>
          </p:nvPr>
        </p:nvSpPr>
        <p:spPr>
          <a:xfrm>
            <a:off x="7084242" y="4152900"/>
            <a:ext cx="2441694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Single </a:t>
            </a:r>
            <a:r>
              <a:rPr lang="de-DE" dirty="0" err="1">
                <a:solidFill>
                  <a:srgbClr val="000000"/>
                </a:solidFill>
              </a:rPr>
              <a:t>reference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mark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61" name="Textfeld 60"/>
          <p:cNvSpPr txBox="1"/>
          <p:nvPr>
            <p:custDataLst>
              <p:tags r:id="rId29"/>
            </p:custDataLst>
          </p:nvPr>
        </p:nvSpPr>
        <p:spPr>
          <a:xfrm>
            <a:off x="7084242" y="4850368"/>
            <a:ext cx="3595856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Absolut </a:t>
            </a:r>
            <a:r>
              <a:rPr lang="de-DE" dirty="0" err="1">
                <a:solidFill>
                  <a:srgbClr val="000000"/>
                </a:solidFill>
              </a:rPr>
              <a:t>code</a:t>
            </a:r>
            <a:r>
              <a:rPr lang="de-DE" dirty="0">
                <a:solidFill>
                  <a:srgbClr val="000000"/>
                </a:solidFill>
              </a:rPr>
              <a:t> band 	IMS-A</a:t>
            </a:r>
          </a:p>
        </p:txBody>
      </p:sp>
      <p:grpSp>
        <p:nvGrpSpPr>
          <p:cNvPr id="62" name="Gruppieren 61"/>
          <p:cNvGrpSpPr/>
          <p:nvPr/>
        </p:nvGrpSpPr>
        <p:grpSpPr>
          <a:xfrm>
            <a:off x="2436041" y="3224213"/>
            <a:ext cx="4495800" cy="838994"/>
            <a:chOff x="1600200" y="3224213"/>
            <a:chExt cx="4495800" cy="838994"/>
          </a:xfrm>
        </p:grpSpPr>
        <p:grpSp>
          <p:nvGrpSpPr>
            <p:cNvPr id="63" name="Gruppieren 62"/>
            <p:cNvGrpSpPr/>
            <p:nvPr/>
          </p:nvGrpSpPr>
          <p:grpSpPr>
            <a:xfrm>
              <a:off x="1600200" y="3695700"/>
              <a:ext cx="4495800" cy="325771"/>
              <a:chOff x="1600200" y="3695700"/>
              <a:chExt cx="4495800" cy="325771"/>
            </a:xfrm>
          </p:grpSpPr>
          <p:sp>
            <p:nvSpPr>
              <p:cNvPr id="73" name="Rectangle 300"/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1600200" y="3695700"/>
                <a:ext cx="4495800" cy="325771"/>
              </a:xfrm>
              <a:prstGeom prst="rect">
                <a:avLst/>
              </a:prstGeom>
              <a:solidFill>
                <a:srgbClr val="5A7C91"/>
              </a:solidFill>
              <a:ln w="31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de-DE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74" name="Gruppieren 73"/>
              <p:cNvGrpSpPr/>
              <p:nvPr/>
            </p:nvGrpSpPr>
            <p:grpSpPr>
              <a:xfrm>
                <a:off x="1721828" y="3750984"/>
                <a:ext cx="4267504" cy="190332"/>
                <a:chOff x="1721828" y="3750984"/>
                <a:chExt cx="4267504" cy="190332"/>
              </a:xfrm>
            </p:grpSpPr>
            <p:sp>
              <p:nvSpPr>
                <p:cNvPr id="75" name="Rectangle 27"/>
                <p:cNvSpPr>
                  <a:spLocks noChangeArrowheads="1"/>
                </p:cNvSpPr>
                <p:nvPr>
                  <p:custDataLst>
                    <p:tags r:id="rId45"/>
                  </p:custDataLst>
                </p:nvPr>
              </p:nvSpPr>
              <p:spPr bwMode="auto">
                <a:xfrm>
                  <a:off x="1721828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6" name="Rectangle 28"/>
                <p:cNvSpPr>
                  <a:spLocks noChangeArrowheads="1"/>
                </p:cNvSpPr>
                <p:nvPr>
                  <p:custDataLst>
                    <p:tags r:id="rId46"/>
                  </p:custDataLst>
                </p:nvPr>
              </p:nvSpPr>
              <p:spPr bwMode="auto">
                <a:xfrm>
                  <a:off x="1839824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7" name="Rectangle 29"/>
                <p:cNvSpPr>
                  <a:spLocks noChangeArrowheads="1"/>
                </p:cNvSpPr>
                <p:nvPr>
                  <p:custDataLst>
                    <p:tags r:id="rId47"/>
                  </p:custDataLst>
                </p:nvPr>
              </p:nvSpPr>
              <p:spPr bwMode="auto">
                <a:xfrm>
                  <a:off x="1957819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8" name="Rectangle 3000"/>
                <p:cNvSpPr>
                  <a:spLocks noChangeArrowheads="1"/>
                </p:cNvSpPr>
                <p:nvPr>
                  <p:custDataLst>
                    <p:tags r:id="rId48"/>
                  </p:custDataLst>
                </p:nvPr>
              </p:nvSpPr>
              <p:spPr bwMode="auto">
                <a:xfrm>
                  <a:off x="2071276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9" name="Rectangle 31"/>
                <p:cNvSpPr>
                  <a:spLocks noChangeArrowheads="1"/>
                </p:cNvSpPr>
                <p:nvPr>
                  <p:custDataLst>
                    <p:tags r:id="rId49"/>
                  </p:custDataLst>
                </p:nvPr>
              </p:nvSpPr>
              <p:spPr bwMode="auto">
                <a:xfrm>
                  <a:off x="2189272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0" name="Rectangle 32"/>
                <p:cNvSpPr>
                  <a:spLocks noChangeArrowheads="1"/>
                </p:cNvSpPr>
                <p:nvPr>
                  <p:custDataLst>
                    <p:tags r:id="rId50"/>
                  </p:custDataLst>
                </p:nvPr>
              </p:nvSpPr>
              <p:spPr bwMode="auto">
                <a:xfrm>
                  <a:off x="2307267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1" name="Rectangle 33"/>
                <p:cNvSpPr>
                  <a:spLocks noChangeArrowheads="1"/>
                </p:cNvSpPr>
                <p:nvPr>
                  <p:custDataLst>
                    <p:tags r:id="rId51"/>
                  </p:custDataLst>
                </p:nvPr>
              </p:nvSpPr>
              <p:spPr bwMode="auto">
                <a:xfrm>
                  <a:off x="2425263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2" name="Rectangle 34"/>
                <p:cNvSpPr>
                  <a:spLocks noChangeArrowheads="1"/>
                </p:cNvSpPr>
                <p:nvPr>
                  <p:custDataLst>
                    <p:tags r:id="rId52"/>
                  </p:custDataLst>
                </p:nvPr>
              </p:nvSpPr>
              <p:spPr bwMode="auto">
                <a:xfrm>
                  <a:off x="2538720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3" name="Rectangle 35"/>
                <p:cNvSpPr>
                  <a:spLocks noChangeArrowheads="1"/>
                </p:cNvSpPr>
                <p:nvPr>
                  <p:custDataLst>
                    <p:tags r:id="rId53"/>
                  </p:custDataLst>
                </p:nvPr>
              </p:nvSpPr>
              <p:spPr bwMode="auto">
                <a:xfrm>
                  <a:off x="2656715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4" name="Rectangle 36"/>
                <p:cNvSpPr>
                  <a:spLocks noChangeArrowheads="1"/>
                </p:cNvSpPr>
                <p:nvPr>
                  <p:custDataLst>
                    <p:tags r:id="rId54"/>
                  </p:custDataLst>
                </p:nvPr>
              </p:nvSpPr>
              <p:spPr bwMode="auto">
                <a:xfrm>
                  <a:off x="2776224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5" name="Rectangle 37"/>
                <p:cNvSpPr>
                  <a:spLocks noChangeArrowheads="1"/>
                </p:cNvSpPr>
                <p:nvPr>
                  <p:custDataLst>
                    <p:tags r:id="rId55"/>
                  </p:custDataLst>
                </p:nvPr>
              </p:nvSpPr>
              <p:spPr bwMode="auto">
                <a:xfrm>
                  <a:off x="2892706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6" name="Rectangle 38"/>
                <p:cNvSpPr>
                  <a:spLocks noChangeArrowheads="1"/>
                </p:cNvSpPr>
                <p:nvPr>
                  <p:custDataLst>
                    <p:tags r:id="rId56"/>
                  </p:custDataLst>
                </p:nvPr>
              </p:nvSpPr>
              <p:spPr bwMode="auto">
                <a:xfrm>
                  <a:off x="3006164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7" name="Rectangle 39"/>
                <p:cNvSpPr>
                  <a:spLocks noChangeArrowheads="1"/>
                </p:cNvSpPr>
                <p:nvPr>
                  <p:custDataLst>
                    <p:tags r:id="rId57"/>
                  </p:custDataLst>
                </p:nvPr>
              </p:nvSpPr>
              <p:spPr bwMode="auto">
                <a:xfrm>
                  <a:off x="3125672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8" name="Rectangle 40"/>
                <p:cNvSpPr>
                  <a:spLocks noChangeArrowheads="1"/>
                </p:cNvSpPr>
                <p:nvPr>
                  <p:custDataLst>
                    <p:tags r:id="rId58"/>
                  </p:custDataLst>
                </p:nvPr>
              </p:nvSpPr>
              <p:spPr bwMode="auto">
                <a:xfrm>
                  <a:off x="3243667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89" name="Rectangle 41"/>
                <p:cNvSpPr>
                  <a:spLocks noChangeArrowheads="1"/>
                </p:cNvSpPr>
                <p:nvPr>
                  <p:custDataLst>
                    <p:tags r:id="rId59"/>
                  </p:custDataLst>
                </p:nvPr>
              </p:nvSpPr>
              <p:spPr bwMode="auto">
                <a:xfrm>
                  <a:off x="3360150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0" name="Rectangle 42"/>
                <p:cNvSpPr>
                  <a:spLocks noChangeArrowheads="1"/>
                </p:cNvSpPr>
                <p:nvPr>
                  <p:custDataLst>
                    <p:tags r:id="rId60"/>
                  </p:custDataLst>
                </p:nvPr>
              </p:nvSpPr>
              <p:spPr bwMode="auto">
                <a:xfrm>
                  <a:off x="3475120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1" name="Rectangle 43"/>
                <p:cNvSpPr>
                  <a:spLocks noChangeArrowheads="1"/>
                </p:cNvSpPr>
                <p:nvPr>
                  <p:custDataLst>
                    <p:tags r:id="rId61"/>
                  </p:custDataLst>
                </p:nvPr>
              </p:nvSpPr>
              <p:spPr bwMode="auto">
                <a:xfrm>
                  <a:off x="3585552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2" name="Rectangle 44"/>
                <p:cNvSpPr>
                  <a:spLocks noChangeArrowheads="1"/>
                </p:cNvSpPr>
                <p:nvPr>
                  <p:custDataLst>
                    <p:tags r:id="rId62"/>
                  </p:custDataLst>
                </p:nvPr>
              </p:nvSpPr>
              <p:spPr bwMode="auto">
                <a:xfrm>
                  <a:off x="3703547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3" name="Rectangle 45"/>
                <p:cNvSpPr>
                  <a:spLocks noChangeArrowheads="1"/>
                </p:cNvSpPr>
                <p:nvPr>
                  <p:custDataLst>
                    <p:tags r:id="rId63"/>
                  </p:custDataLst>
                </p:nvPr>
              </p:nvSpPr>
              <p:spPr bwMode="auto">
                <a:xfrm>
                  <a:off x="3821543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4" name="Rectangle 46"/>
                <p:cNvSpPr>
                  <a:spLocks noChangeArrowheads="1"/>
                </p:cNvSpPr>
                <p:nvPr>
                  <p:custDataLst>
                    <p:tags r:id="rId64"/>
                  </p:custDataLst>
                </p:nvPr>
              </p:nvSpPr>
              <p:spPr bwMode="auto">
                <a:xfrm>
                  <a:off x="3935000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5" name="Rectangle 47"/>
                <p:cNvSpPr>
                  <a:spLocks noChangeArrowheads="1"/>
                </p:cNvSpPr>
                <p:nvPr>
                  <p:custDataLst>
                    <p:tags r:id="rId65"/>
                  </p:custDataLst>
                </p:nvPr>
              </p:nvSpPr>
              <p:spPr bwMode="auto">
                <a:xfrm>
                  <a:off x="4052996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6" name="Rectangle 48"/>
                <p:cNvSpPr>
                  <a:spLocks noChangeArrowheads="1"/>
                </p:cNvSpPr>
                <p:nvPr>
                  <p:custDataLst>
                    <p:tags r:id="rId66"/>
                  </p:custDataLst>
                </p:nvPr>
              </p:nvSpPr>
              <p:spPr bwMode="auto">
                <a:xfrm>
                  <a:off x="4172504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7" name="Rectangle 49"/>
                <p:cNvSpPr>
                  <a:spLocks noChangeArrowheads="1"/>
                </p:cNvSpPr>
                <p:nvPr>
                  <p:custDataLst>
                    <p:tags r:id="rId67"/>
                  </p:custDataLst>
                </p:nvPr>
              </p:nvSpPr>
              <p:spPr bwMode="auto">
                <a:xfrm>
                  <a:off x="4288987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8" name="Rectangle 50"/>
                <p:cNvSpPr>
                  <a:spLocks noChangeArrowheads="1"/>
                </p:cNvSpPr>
                <p:nvPr>
                  <p:custDataLst>
                    <p:tags r:id="rId68"/>
                  </p:custDataLst>
                </p:nvPr>
              </p:nvSpPr>
              <p:spPr bwMode="auto">
                <a:xfrm>
                  <a:off x="4402444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9" name="Rectangle 51"/>
                <p:cNvSpPr>
                  <a:spLocks noChangeArrowheads="1"/>
                </p:cNvSpPr>
                <p:nvPr>
                  <p:custDataLst>
                    <p:tags r:id="rId69"/>
                  </p:custDataLst>
                </p:nvPr>
              </p:nvSpPr>
              <p:spPr bwMode="auto">
                <a:xfrm>
                  <a:off x="4521952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0" name="Rectangle 52"/>
                <p:cNvSpPr>
                  <a:spLocks noChangeArrowheads="1"/>
                </p:cNvSpPr>
                <p:nvPr>
                  <p:custDataLst>
                    <p:tags r:id="rId70"/>
                  </p:custDataLst>
                </p:nvPr>
              </p:nvSpPr>
              <p:spPr bwMode="auto">
                <a:xfrm>
                  <a:off x="4639948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1" name="Rectangle 53"/>
                <p:cNvSpPr>
                  <a:spLocks noChangeArrowheads="1"/>
                </p:cNvSpPr>
                <p:nvPr>
                  <p:custDataLst>
                    <p:tags r:id="rId71"/>
                  </p:custDataLst>
                </p:nvPr>
              </p:nvSpPr>
              <p:spPr bwMode="auto">
                <a:xfrm>
                  <a:off x="4756430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2" name="Rectangle 54"/>
                <p:cNvSpPr>
                  <a:spLocks noChangeArrowheads="1"/>
                </p:cNvSpPr>
                <p:nvPr>
                  <p:custDataLst>
                    <p:tags r:id="rId72"/>
                  </p:custDataLst>
                </p:nvPr>
              </p:nvSpPr>
              <p:spPr bwMode="auto">
                <a:xfrm>
                  <a:off x="4869887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3" name="Rectangle 55"/>
                <p:cNvSpPr>
                  <a:spLocks noChangeArrowheads="1"/>
                </p:cNvSpPr>
                <p:nvPr>
                  <p:custDataLst>
                    <p:tags r:id="rId73"/>
                  </p:custDataLst>
                </p:nvPr>
              </p:nvSpPr>
              <p:spPr bwMode="auto">
                <a:xfrm>
                  <a:off x="4989396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4" name="Rectangle 56"/>
                <p:cNvSpPr>
                  <a:spLocks noChangeArrowheads="1"/>
                </p:cNvSpPr>
                <p:nvPr>
                  <p:custDataLst>
                    <p:tags r:id="rId74"/>
                  </p:custDataLst>
                </p:nvPr>
              </p:nvSpPr>
              <p:spPr bwMode="auto">
                <a:xfrm>
                  <a:off x="5107391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5" name="Rectangle 57"/>
                <p:cNvSpPr>
                  <a:spLocks noChangeArrowheads="1"/>
                </p:cNvSpPr>
                <p:nvPr>
                  <p:custDataLst>
                    <p:tags r:id="rId75"/>
                  </p:custDataLst>
                </p:nvPr>
              </p:nvSpPr>
              <p:spPr bwMode="auto">
                <a:xfrm>
                  <a:off x="5225387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6" name="Rectangle 58"/>
                <p:cNvSpPr>
                  <a:spLocks noChangeArrowheads="1"/>
                </p:cNvSpPr>
                <p:nvPr>
                  <p:custDataLst>
                    <p:tags r:id="rId76"/>
                  </p:custDataLst>
                </p:nvPr>
              </p:nvSpPr>
              <p:spPr bwMode="auto">
                <a:xfrm>
                  <a:off x="5338844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7" name="Rectangle 59"/>
                <p:cNvSpPr>
                  <a:spLocks noChangeArrowheads="1"/>
                </p:cNvSpPr>
                <p:nvPr>
                  <p:custDataLst>
                    <p:tags r:id="rId77"/>
                  </p:custDataLst>
                </p:nvPr>
              </p:nvSpPr>
              <p:spPr bwMode="auto">
                <a:xfrm>
                  <a:off x="5456839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8" name="Rectangle 60"/>
                <p:cNvSpPr>
                  <a:spLocks noChangeArrowheads="1"/>
                </p:cNvSpPr>
                <p:nvPr>
                  <p:custDataLst>
                    <p:tags r:id="rId78"/>
                  </p:custDataLst>
                </p:nvPr>
              </p:nvSpPr>
              <p:spPr bwMode="auto">
                <a:xfrm>
                  <a:off x="5574835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9" name="Rectangle 61"/>
                <p:cNvSpPr>
                  <a:spLocks noChangeArrowheads="1"/>
                </p:cNvSpPr>
                <p:nvPr>
                  <p:custDataLst>
                    <p:tags r:id="rId79"/>
                  </p:custDataLst>
                </p:nvPr>
              </p:nvSpPr>
              <p:spPr bwMode="auto">
                <a:xfrm>
                  <a:off x="5694343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10" name="Rectangle 62"/>
                <p:cNvSpPr>
                  <a:spLocks noChangeArrowheads="1"/>
                </p:cNvSpPr>
                <p:nvPr>
                  <p:custDataLst>
                    <p:tags r:id="rId80"/>
                  </p:custDataLst>
                </p:nvPr>
              </p:nvSpPr>
              <p:spPr bwMode="auto">
                <a:xfrm>
                  <a:off x="5812339" y="3750984"/>
                  <a:ext cx="57485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11" name="Rectangle 63"/>
                <p:cNvSpPr>
                  <a:spLocks noChangeArrowheads="1"/>
                </p:cNvSpPr>
                <p:nvPr>
                  <p:custDataLst>
                    <p:tags r:id="rId81"/>
                  </p:custDataLst>
                </p:nvPr>
              </p:nvSpPr>
              <p:spPr bwMode="auto">
                <a:xfrm>
                  <a:off x="5930334" y="3750984"/>
                  <a:ext cx="58998" cy="190332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de-DE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64" name="Group 5"/>
            <p:cNvGrpSpPr>
              <a:grpSpLocks/>
            </p:cNvGrpSpPr>
            <p:nvPr/>
          </p:nvGrpSpPr>
          <p:grpSpPr bwMode="auto">
            <a:xfrm>
              <a:off x="4924426" y="3224213"/>
              <a:ext cx="1064860" cy="617250"/>
              <a:chOff x="3312" y="2541"/>
              <a:chExt cx="704" cy="504"/>
            </a:xfrm>
          </p:grpSpPr>
          <p:sp>
            <p:nvSpPr>
              <p:cNvPr id="68" name="Line 6"/>
              <p:cNvSpPr>
                <a:spLocks noChangeShapeType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3455" y="2805"/>
                <a:ext cx="1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69" name="Line 7"/>
              <p:cNvSpPr>
                <a:spLocks noChangeShapeType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3722" y="2805"/>
                <a:ext cx="2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70" name="Text Box 8"/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3312" y="2541"/>
                <a:ext cx="704" cy="29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80211" tIns="40106" rIns="80211" bIns="40106">
                <a:spAutoFit/>
              </a:bodyPr>
              <a:lstStyle/>
              <a:p>
                <a:pPr defTabSz="668338" eaLnBrk="0" hangingPunct="0"/>
                <a:r>
                  <a:rPr lang="de-DE">
                    <a:solidFill>
                      <a:srgbClr val="000000"/>
                    </a:solidFill>
                    <a:latin typeface="Arial" charset="0"/>
                  </a:rPr>
                  <a:t>1000</a:t>
                </a:r>
                <a:r>
                  <a:rPr lang="de-DE" b="1">
                    <a:latin typeface="Arial" charset="0"/>
                  </a:rPr>
                  <a:t> </a:t>
                </a:r>
                <a:r>
                  <a:rPr lang="de-DE">
                    <a:solidFill>
                      <a:srgbClr val="000000"/>
                    </a:solidFill>
                    <a:latin typeface="Arial" charset="0"/>
                  </a:rPr>
                  <a:t>µm</a:t>
                </a:r>
                <a:endParaRPr lang="de-DE" b="1">
                  <a:latin typeface="Frutiger 45 Light" pitchFamily="2" charset="0"/>
                </a:endParaRPr>
              </a:p>
            </p:txBody>
          </p:sp>
          <p:sp>
            <p:nvSpPr>
              <p:cNvPr id="71" name="Line 9"/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 flipV="1">
                <a:off x="3722" y="2767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  <p:sp>
            <p:nvSpPr>
              <p:cNvPr id="72" name="Line 10"/>
              <p:cNvSpPr>
                <a:spLocks noChangeShapeType="1"/>
              </p:cNvSpPr>
              <p:nvPr>
                <p:custDataLst>
                  <p:tags r:id="rId43"/>
                </p:custDataLst>
              </p:nvPr>
            </p:nvSpPr>
            <p:spPr bwMode="auto">
              <a:xfrm flipV="1">
                <a:off x="3646" y="2767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de-DE"/>
              </a:p>
            </p:txBody>
          </p:sp>
        </p:grpSp>
        <p:sp>
          <p:nvSpPr>
            <p:cNvPr id="65" name="Freihandform 64"/>
            <p:cNvSpPr/>
            <p:nvPr>
              <p:custDataLst>
                <p:tags r:id="rId36"/>
              </p:custDataLst>
            </p:nvPr>
          </p:nvSpPr>
          <p:spPr>
            <a:xfrm>
              <a:off x="4004311" y="3604260"/>
              <a:ext cx="57150" cy="448469"/>
            </a:xfrm>
            <a:custGeom>
              <a:avLst/>
              <a:gdLst>
                <a:gd name="connsiteX0" fmla="*/ 0 w 97631"/>
                <a:gd name="connsiteY0" fmla="*/ 0 h 448469"/>
                <a:gd name="connsiteX1" fmla="*/ 69056 w 97631"/>
                <a:gd name="connsiteY1" fmla="*/ 114300 h 448469"/>
                <a:gd name="connsiteX2" fmla="*/ 30956 w 97631"/>
                <a:gd name="connsiteY2" fmla="*/ 269081 h 448469"/>
                <a:gd name="connsiteX3" fmla="*/ 83343 w 97631"/>
                <a:gd name="connsiteY3" fmla="*/ 419100 h 448469"/>
                <a:gd name="connsiteX4" fmla="*/ 97631 w 97631"/>
                <a:gd name="connsiteY4" fmla="*/ 445294 h 44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1" h="448469">
                  <a:moveTo>
                    <a:pt x="0" y="0"/>
                  </a:moveTo>
                  <a:cubicBezTo>
                    <a:pt x="31948" y="34726"/>
                    <a:pt x="63897" y="69453"/>
                    <a:pt x="69056" y="114300"/>
                  </a:cubicBezTo>
                  <a:cubicBezTo>
                    <a:pt x="74215" y="159147"/>
                    <a:pt x="28575" y="218281"/>
                    <a:pt x="30956" y="269081"/>
                  </a:cubicBezTo>
                  <a:cubicBezTo>
                    <a:pt x="33337" y="319881"/>
                    <a:pt x="72231" y="389731"/>
                    <a:pt x="83343" y="419100"/>
                  </a:cubicBezTo>
                  <a:cubicBezTo>
                    <a:pt x="94455" y="448469"/>
                    <a:pt x="96043" y="446881"/>
                    <a:pt x="97631" y="44529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Freihandform 65"/>
            <p:cNvSpPr/>
            <p:nvPr>
              <p:custDataLst>
                <p:tags r:id="rId37"/>
              </p:custDataLst>
            </p:nvPr>
          </p:nvSpPr>
          <p:spPr>
            <a:xfrm>
              <a:off x="3988594" y="3614738"/>
              <a:ext cx="57150" cy="448469"/>
            </a:xfrm>
            <a:custGeom>
              <a:avLst/>
              <a:gdLst>
                <a:gd name="connsiteX0" fmla="*/ 0 w 97631"/>
                <a:gd name="connsiteY0" fmla="*/ 0 h 448469"/>
                <a:gd name="connsiteX1" fmla="*/ 69056 w 97631"/>
                <a:gd name="connsiteY1" fmla="*/ 114300 h 448469"/>
                <a:gd name="connsiteX2" fmla="*/ 30956 w 97631"/>
                <a:gd name="connsiteY2" fmla="*/ 269081 h 448469"/>
                <a:gd name="connsiteX3" fmla="*/ 83343 w 97631"/>
                <a:gd name="connsiteY3" fmla="*/ 419100 h 448469"/>
                <a:gd name="connsiteX4" fmla="*/ 97631 w 97631"/>
                <a:gd name="connsiteY4" fmla="*/ 445294 h 44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1" h="448469">
                  <a:moveTo>
                    <a:pt x="0" y="0"/>
                  </a:moveTo>
                  <a:cubicBezTo>
                    <a:pt x="31948" y="34726"/>
                    <a:pt x="63897" y="69453"/>
                    <a:pt x="69056" y="114300"/>
                  </a:cubicBezTo>
                  <a:cubicBezTo>
                    <a:pt x="74215" y="159147"/>
                    <a:pt x="28575" y="218281"/>
                    <a:pt x="30956" y="269081"/>
                  </a:cubicBezTo>
                  <a:cubicBezTo>
                    <a:pt x="33337" y="319881"/>
                    <a:pt x="72231" y="389731"/>
                    <a:pt x="83343" y="419100"/>
                  </a:cubicBezTo>
                  <a:cubicBezTo>
                    <a:pt x="94455" y="448469"/>
                    <a:pt x="96043" y="446881"/>
                    <a:pt x="97631" y="445294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Freihandform 66"/>
            <p:cNvSpPr/>
            <p:nvPr>
              <p:custDataLst>
                <p:tags r:id="rId38"/>
              </p:custDataLst>
            </p:nvPr>
          </p:nvSpPr>
          <p:spPr>
            <a:xfrm>
              <a:off x="3995738" y="3607594"/>
              <a:ext cx="57150" cy="448469"/>
            </a:xfrm>
            <a:custGeom>
              <a:avLst/>
              <a:gdLst>
                <a:gd name="connsiteX0" fmla="*/ 0 w 97631"/>
                <a:gd name="connsiteY0" fmla="*/ 0 h 448469"/>
                <a:gd name="connsiteX1" fmla="*/ 69056 w 97631"/>
                <a:gd name="connsiteY1" fmla="*/ 114300 h 448469"/>
                <a:gd name="connsiteX2" fmla="*/ 30956 w 97631"/>
                <a:gd name="connsiteY2" fmla="*/ 269081 h 448469"/>
                <a:gd name="connsiteX3" fmla="*/ 83343 w 97631"/>
                <a:gd name="connsiteY3" fmla="*/ 419100 h 448469"/>
                <a:gd name="connsiteX4" fmla="*/ 97631 w 97631"/>
                <a:gd name="connsiteY4" fmla="*/ 445294 h 44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1" h="448469">
                  <a:moveTo>
                    <a:pt x="0" y="0"/>
                  </a:moveTo>
                  <a:cubicBezTo>
                    <a:pt x="31948" y="34726"/>
                    <a:pt x="63897" y="69453"/>
                    <a:pt x="69056" y="114300"/>
                  </a:cubicBezTo>
                  <a:cubicBezTo>
                    <a:pt x="74215" y="159147"/>
                    <a:pt x="28575" y="218281"/>
                    <a:pt x="30956" y="269081"/>
                  </a:cubicBezTo>
                  <a:cubicBezTo>
                    <a:pt x="33337" y="319881"/>
                    <a:pt x="72231" y="389731"/>
                    <a:pt x="83343" y="419100"/>
                  </a:cubicBezTo>
                  <a:cubicBezTo>
                    <a:pt x="94455" y="448469"/>
                    <a:pt x="96043" y="446881"/>
                    <a:pt x="97631" y="445294"/>
                  </a:cubicBezTo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12" name="Gruppieren 111"/>
          <p:cNvGrpSpPr/>
          <p:nvPr/>
        </p:nvGrpSpPr>
        <p:grpSpPr>
          <a:xfrm>
            <a:off x="4850630" y="4079083"/>
            <a:ext cx="116681" cy="1257299"/>
            <a:chOff x="4014788" y="4079082"/>
            <a:chExt cx="116681" cy="1257299"/>
          </a:xfrm>
        </p:grpSpPr>
        <p:sp>
          <p:nvSpPr>
            <p:cNvPr id="113" name="Freihandform 112"/>
            <p:cNvSpPr/>
            <p:nvPr>
              <p:custDataLst>
                <p:tags r:id="rId33"/>
              </p:custDataLst>
            </p:nvPr>
          </p:nvSpPr>
          <p:spPr>
            <a:xfrm>
              <a:off x="4014788" y="4088606"/>
              <a:ext cx="97631" cy="1247775"/>
            </a:xfrm>
            <a:custGeom>
              <a:avLst/>
              <a:gdLst>
                <a:gd name="connsiteX0" fmla="*/ 0 w 97631"/>
                <a:gd name="connsiteY0" fmla="*/ 0 h 448469"/>
                <a:gd name="connsiteX1" fmla="*/ 69056 w 97631"/>
                <a:gd name="connsiteY1" fmla="*/ 114300 h 448469"/>
                <a:gd name="connsiteX2" fmla="*/ 30956 w 97631"/>
                <a:gd name="connsiteY2" fmla="*/ 269081 h 448469"/>
                <a:gd name="connsiteX3" fmla="*/ 83343 w 97631"/>
                <a:gd name="connsiteY3" fmla="*/ 419100 h 448469"/>
                <a:gd name="connsiteX4" fmla="*/ 97631 w 97631"/>
                <a:gd name="connsiteY4" fmla="*/ 445294 h 44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1" h="448469">
                  <a:moveTo>
                    <a:pt x="0" y="0"/>
                  </a:moveTo>
                  <a:cubicBezTo>
                    <a:pt x="31948" y="34726"/>
                    <a:pt x="63897" y="69453"/>
                    <a:pt x="69056" y="114300"/>
                  </a:cubicBezTo>
                  <a:cubicBezTo>
                    <a:pt x="74215" y="159147"/>
                    <a:pt x="28575" y="218281"/>
                    <a:pt x="30956" y="269081"/>
                  </a:cubicBezTo>
                  <a:cubicBezTo>
                    <a:pt x="33337" y="319881"/>
                    <a:pt x="72231" y="389731"/>
                    <a:pt x="83343" y="419100"/>
                  </a:cubicBezTo>
                  <a:cubicBezTo>
                    <a:pt x="94455" y="448469"/>
                    <a:pt x="96043" y="446881"/>
                    <a:pt x="97631" y="445294"/>
                  </a:cubicBezTo>
                </a:path>
              </a:pathLst>
            </a:custGeom>
            <a:solidFill>
              <a:scrgbClr r="0" g="0" b="0">
                <a:alpha val="0"/>
              </a:scrgbClr>
            </a:solidFill>
            <a:ln w="12700">
              <a:solidFill>
                <a:srgbClr val="2644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14" name="Freihandform 113"/>
            <p:cNvSpPr/>
            <p:nvPr>
              <p:custDataLst>
                <p:tags r:id="rId34"/>
              </p:custDataLst>
            </p:nvPr>
          </p:nvSpPr>
          <p:spPr>
            <a:xfrm>
              <a:off x="4033838" y="4079082"/>
              <a:ext cx="97631" cy="1247775"/>
            </a:xfrm>
            <a:custGeom>
              <a:avLst/>
              <a:gdLst>
                <a:gd name="connsiteX0" fmla="*/ 0 w 97631"/>
                <a:gd name="connsiteY0" fmla="*/ 0 h 448469"/>
                <a:gd name="connsiteX1" fmla="*/ 69056 w 97631"/>
                <a:gd name="connsiteY1" fmla="*/ 114300 h 448469"/>
                <a:gd name="connsiteX2" fmla="*/ 30956 w 97631"/>
                <a:gd name="connsiteY2" fmla="*/ 269081 h 448469"/>
                <a:gd name="connsiteX3" fmla="*/ 83343 w 97631"/>
                <a:gd name="connsiteY3" fmla="*/ 419100 h 448469"/>
                <a:gd name="connsiteX4" fmla="*/ 97631 w 97631"/>
                <a:gd name="connsiteY4" fmla="*/ 445294 h 44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1" h="448469">
                  <a:moveTo>
                    <a:pt x="0" y="0"/>
                  </a:moveTo>
                  <a:cubicBezTo>
                    <a:pt x="31948" y="34726"/>
                    <a:pt x="63897" y="69453"/>
                    <a:pt x="69056" y="114300"/>
                  </a:cubicBezTo>
                  <a:cubicBezTo>
                    <a:pt x="74215" y="159147"/>
                    <a:pt x="28575" y="218281"/>
                    <a:pt x="30956" y="269081"/>
                  </a:cubicBezTo>
                  <a:cubicBezTo>
                    <a:pt x="33337" y="319881"/>
                    <a:pt x="72231" y="389731"/>
                    <a:pt x="83343" y="419100"/>
                  </a:cubicBezTo>
                  <a:cubicBezTo>
                    <a:pt x="94455" y="448469"/>
                    <a:pt x="96043" y="446881"/>
                    <a:pt x="97631" y="445294"/>
                  </a:cubicBezTo>
                </a:path>
              </a:pathLst>
            </a:custGeom>
            <a:solidFill>
              <a:scrgbClr r="0" g="0" b="0">
                <a:alpha val="0"/>
              </a:scrgbClr>
            </a:solidFill>
            <a:ln>
              <a:solidFill>
                <a:srgbClr val="2644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115" name="Freihandform 114"/>
            <p:cNvSpPr/>
            <p:nvPr>
              <p:custDataLst>
                <p:tags r:id="rId35"/>
              </p:custDataLst>
            </p:nvPr>
          </p:nvSpPr>
          <p:spPr>
            <a:xfrm>
              <a:off x="4021932" y="4079082"/>
              <a:ext cx="97631" cy="1247775"/>
            </a:xfrm>
            <a:custGeom>
              <a:avLst/>
              <a:gdLst>
                <a:gd name="connsiteX0" fmla="*/ 0 w 97631"/>
                <a:gd name="connsiteY0" fmla="*/ 0 h 448469"/>
                <a:gd name="connsiteX1" fmla="*/ 69056 w 97631"/>
                <a:gd name="connsiteY1" fmla="*/ 114300 h 448469"/>
                <a:gd name="connsiteX2" fmla="*/ 30956 w 97631"/>
                <a:gd name="connsiteY2" fmla="*/ 269081 h 448469"/>
                <a:gd name="connsiteX3" fmla="*/ 83343 w 97631"/>
                <a:gd name="connsiteY3" fmla="*/ 419100 h 448469"/>
                <a:gd name="connsiteX4" fmla="*/ 97631 w 97631"/>
                <a:gd name="connsiteY4" fmla="*/ 445294 h 44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31" h="448469">
                  <a:moveTo>
                    <a:pt x="0" y="0"/>
                  </a:moveTo>
                  <a:cubicBezTo>
                    <a:pt x="31948" y="34726"/>
                    <a:pt x="63897" y="69453"/>
                    <a:pt x="69056" y="114300"/>
                  </a:cubicBezTo>
                  <a:cubicBezTo>
                    <a:pt x="74215" y="159147"/>
                    <a:pt x="28575" y="218281"/>
                    <a:pt x="30956" y="269081"/>
                  </a:cubicBezTo>
                  <a:cubicBezTo>
                    <a:pt x="33337" y="319881"/>
                    <a:pt x="72231" y="389731"/>
                    <a:pt x="83343" y="419100"/>
                  </a:cubicBezTo>
                  <a:cubicBezTo>
                    <a:pt x="94455" y="448469"/>
                    <a:pt x="96043" y="446881"/>
                    <a:pt x="97631" y="445294"/>
                  </a:cubicBezTo>
                </a:path>
              </a:pathLst>
            </a:custGeom>
            <a:solidFill>
              <a:scrgbClr r="0" g="0" b="0">
                <a:alpha val="0"/>
              </a:scrgbClr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000000"/>
                </a:solidFill>
              </a:endParaRPr>
            </a:p>
          </p:txBody>
        </p:sp>
      </p:grpSp>
      <p:sp>
        <p:nvSpPr>
          <p:cNvPr id="116" name="Textfeld 115"/>
          <p:cNvSpPr txBox="1"/>
          <p:nvPr>
            <p:custDataLst>
              <p:tags r:id="rId30"/>
            </p:custDataLst>
          </p:nvPr>
        </p:nvSpPr>
        <p:spPr>
          <a:xfrm>
            <a:off x="7084241" y="3695700"/>
            <a:ext cx="1992853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dirty="0" err="1">
                <a:solidFill>
                  <a:srgbClr val="000000"/>
                </a:solidFill>
              </a:rPr>
              <a:t>Incremental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scale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17" name="Geschweifte Klammer links 116"/>
          <p:cNvSpPr/>
          <p:nvPr>
            <p:custDataLst>
              <p:tags r:id="rId31"/>
            </p:custDataLst>
          </p:nvPr>
        </p:nvSpPr>
        <p:spPr>
          <a:xfrm>
            <a:off x="2207441" y="4152900"/>
            <a:ext cx="152400" cy="1066800"/>
          </a:xfrm>
          <a:prstGeom prst="leftBrace">
            <a:avLst>
              <a:gd name="adj1" fmla="val 34895"/>
              <a:gd name="adj2" fmla="val 50000"/>
            </a:avLst>
          </a:prstGeom>
          <a:solidFill>
            <a:scrgbClr r="0" g="0" b="0">
              <a:alpha val="0"/>
            </a:scrgbClr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000000"/>
              </a:solidFill>
            </a:endParaRPr>
          </a:p>
        </p:txBody>
      </p:sp>
      <p:sp>
        <p:nvSpPr>
          <p:cNvPr id="118" name="Textfeld 117"/>
          <p:cNvSpPr txBox="1"/>
          <p:nvPr>
            <p:custDataLst>
              <p:tags r:id="rId32"/>
            </p:custDataLst>
          </p:nvPr>
        </p:nvSpPr>
        <p:spPr>
          <a:xfrm>
            <a:off x="9809775" y="4152900"/>
            <a:ext cx="736099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IMS-I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3035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 animBg="1"/>
      <p:bldP spid="57" grpId="0" animBg="1"/>
      <p:bldP spid="59" grpId="0" animBg="1"/>
      <p:bldP spid="61" grpId="0" animBg="1"/>
      <p:bldP spid="117" grpId="0" animBg="1"/>
      <p:bldP spid="1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8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Design – IMS rail construction</a:t>
            </a:r>
          </a:p>
        </p:txBody>
      </p:sp>
      <p:sp>
        <p:nvSpPr>
          <p:cNvPr id="119" name="Textfeld 118"/>
          <p:cNvSpPr txBox="1"/>
          <p:nvPr>
            <p:custDataLst>
              <p:tags r:id="rId9"/>
            </p:custDataLst>
          </p:nvPr>
        </p:nvSpPr>
        <p:spPr>
          <a:xfrm>
            <a:off x="4532448" y="1236630"/>
            <a:ext cx="5426892" cy="1754326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scales are welded on both ends to the rail. The scales do have a slight tension.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For protection, a stainless steel strip covers the scales over the entire length. Through the steel strip a complete tightness is achieved.</a:t>
            </a:r>
          </a:p>
        </p:txBody>
      </p:sp>
      <p:pic>
        <p:nvPicPr>
          <p:cNvPr id="120" name="Grafik 11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1" y="1383491"/>
            <a:ext cx="3382308" cy="1747269"/>
          </a:xfrm>
          <a:prstGeom prst="rect">
            <a:avLst/>
          </a:prstGeom>
        </p:spPr>
      </p:pic>
      <p:pic>
        <p:nvPicPr>
          <p:cNvPr id="121" name="Grafik 12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46" y="3130760"/>
            <a:ext cx="3359993" cy="1906308"/>
          </a:xfrm>
          <a:prstGeom prst="rect">
            <a:avLst/>
          </a:prstGeom>
        </p:spPr>
      </p:pic>
      <p:pic>
        <p:nvPicPr>
          <p:cNvPr id="122" name="Grafik 12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069" y="2913632"/>
            <a:ext cx="5915661" cy="2141357"/>
          </a:xfrm>
          <a:prstGeom prst="rect">
            <a:avLst/>
          </a:prstGeom>
        </p:spPr>
      </p:pic>
      <p:sp>
        <p:nvSpPr>
          <p:cNvPr id="123" name="Textfeld 122"/>
          <p:cNvSpPr txBox="1"/>
          <p:nvPr>
            <p:custDataLst>
              <p:tags r:id="rId13"/>
            </p:custDataLst>
          </p:nvPr>
        </p:nvSpPr>
        <p:spPr>
          <a:xfrm>
            <a:off x="457200" y="5037068"/>
            <a:ext cx="3382309" cy="30777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Spot welding of scales</a:t>
            </a:r>
          </a:p>
        </p:txBody>
      </p:sp>
      <p:sp>
        <p:nvSpPr>
          <p:cNvPr id="124" name="Textfeld 123"/>
          <p:cNvSpPr txBox="1"/>
          <p:nvPr>
            <p:custDataLst>
              <p:tags r:id="rId14"/>
            </p:custDataLst>
          </p:nvPr>
        </p:nvSpPr>
        <p:spPr>
          <a:xfrm>
            <a:off x="4638339" y="5037067"/>
            <a:ext cx="4787601" cy="30777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Stainless steel strip (laser welded, protected IP67)</a:t>
            </a:r>
          </a:p>
        </p:txBody>
      </p:sp>
      <p:cxnSp>
        <p:nvCxnSpPr>
          <p:cNvPr id="125" name="Gerade Verbindung mit Pfeil 124"/>
          <p:cNvCxnSpPr/>
          <p:nvPr>
            <p:custDataLst>
              <p:tags r:id="rId15"/>
            </p:custDataLst>
          </p:nvPr>
        </p:nvCxnSpPr>
        <p:spPr>
          <a:xfrm>
            <a:off x="2720340" y="3166849"/>
            <a:ext cx="289560" cy="642563"/>
          </a:xfrm>
          <a:prstGeom prst="straightConnector1">
            <a:avLst/>
          </a:prstGeom>
          <a:ln w="38100">
            <a:solidFill>
              <a:srgbClr val="DF002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6" name="Gerade Verbindung mit Pfeil 125"/>
          <p:cNvCxnSpPr/>
          <p:nvPr>
            <p:custDataLst>
              <p:tags r:id="rId16"/>
            </p:custDataLst>
          </p:nvPr>
        </p:nvCxnSpPr>
        <p:spPr>
          <a:xfrm flipH="1" flipV="1">
            <a:off x="1257300" y="2265731"/>
            <a:ext cx="887943" cy="567590"/>
          </a:xfrm>
          <a:prstGeom prst="straightConnector1">
            <a:avLst/>
          </a:prstGeom>
          <a:ln w="38100">
            <a:solidFill>
              <a:srgbClr val="DF002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7" name="Gerade Verbindung mit Pfeil 126"/>
          <p:cNvCxnSpPr/>
          <p:nvPr>
            <p:custDataLst>
              <p:tags r:id="rId17"/>
            </p:custDataLst>
          </p:nvPr>
        </p:nvCxnSpPr>
        <p:spPr>
          <a:xfrm flipV="1">
            <a:off x="7873365" y="4263717"/>
            <a:ext cx="121920" cy="655320"/>
          </a:xfrm>
          <a:prstGeom prst="straightConnector1">
            <a:avLst/>
          </a:prstGeom>
          <a:ln w="38100">
            <a:solidFill>
              <a:srgbClr val="DF002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5492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9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Design – incremental, inductive Sensor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065540843"/>
              </p:ext>
            </p:extLst>
          </p:nvPr>
        </p:nvGraphicFramePr>
        <p:xfrm>
          <a:off x="681990" y="1182687"/>
          <a:ext cx="5526980" cy="442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1" imgW="5512320" imgH="4253040" progId="Word.Document.8">
                  <p:embed/>
                </p:oleObj>
              </mc:Choice>
              <mc:Fallback>
                <p:oleObj name="Dokument" r:id="rId21" imgW="5512320" imgH="4253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90" y="1182687"/>
                        <a:ext cx="5526980" cy="442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feld 10"/>
          <p:cNvSpPr txBox="1"/>
          <p:nvPr>
            <p:custDataLst>
              <p:tags r:id="rId10"/>
            </p:custDataLst>
          </p:nvPr>
        </p:nvSpPr>
        <p:spPr>
          <a:xfrm>
            <a:off x="3510423" y="1324303"/>
            <a:ext cx="1347141" cy="17867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90000" tIns="0" rIns="0" bIns="0" rtlCol="0" anchor="ctr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p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rimary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windings</a:t>
            </a:r>
          </a:p>
        </p:txBody>
      </p:sp>
      <p:sp>
        <p:nvSpPr>
          <p:cNvPr id="12" name="Textfeld 11"/>
          <p:cNvSpPr txBox="1"/>
          <p:nvPr>
            <p:custDataLst>
              <p:tags r:id="rId11"/>
            </p:custDataLst>
          </p:nvPr>
        </p:nvSpPr>
        <p:spPr>
          <a:xfrm>
            <a:off x="1828768" y="3202812"/>
            <a:ext cx="1347141" cy="17867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90000" tIns="0" rIns="0" bIns="0" rtlCol="0" anchor="ctr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 err="1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secundary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windings</a:t>
            </a:r>
          </a:p>
        </p:txBody>
      </p:sp>
      <p:sp>
        <p:nvSpPr>
          <p:cNvPr id="13" name="Textfeld 12"/>
          <p:cNvSpPr txBox="1"/>
          <p:nvPr>
            <p:custDataLst>
              <p:tags r:id="rId12"/>
            </p:custDataLst>
          </p:nvPr>
        </p:nvSpPr>
        <p:spPr>
          <a:xfrm>
            <a:off x="4507350" y="3185120"/>
            <a:ext cx="1347141" cy="178676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90000" tIns="0" rIns="0" bIns="0" rtlCol="0" anchor="ctr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Sensor substrate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4" name="Textfeld 13"/>
          <p:cNvSpPr txBox="1"/>
          <p:nvPr>
            <p:custDataLst>
              <p:tags r:id="rId13"/>
            </p:custDataLst>
          </p:nvPr>
        </p:nvSpPr>
        <p:spPr>
          <a:xfrm>
            <a:off x="5392683" y="2417379"/>
            <a:ext cx="816287" cy="388882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9000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Micro inductor</a:t>
            </a:r>
            <a:br>
              <a:rPr lang="en-US" sz="1100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</a:b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structure</a:t>
            </a:r>
          </a:p>
        </p:txBody>
      </p:sp>
      <p:sp>
        <p:nvSpPr>
          <p:cNvPr id="15" name="Textfeld 14"/>
          <p:cNvSpPr txBox="1"/>
          <p:nvPr>
            <p:custDataLst>
              <p:tags r:id="rId14"/>
            </p:custDataLst>
          </p:nvPr>
        </p:nvSpPr>
        <p:spPr>
          <a:xfrm>
            <a:off x="256158" y="1762600"/>
            <a:ext cx="1572610" cy="388882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9000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Micro inductor 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structure</a:t>
            </a:r>
          </a:p>
        </p:txBody>
      </p:sp>
      <p:sp>
        <p:nvSpPr>
          <p:cNvPr id="16" name="Textfeld 15"/>
          <p:cNvSpPr txBox="1"/>
          <p:nvPr>
            <p:custDataLst>
              <p:tags r:id="rId15"/>
            </p:custDataLst>
          </p:nvPr>
        </p:nvSpPr>
        <p:spPr>
          <a:xfrm>
            <a:off x="4391532" y="5108027"/>
            <a:ext cx="1347141" cy="449008"/>
          </a:xfrm>
          <a:prstGeom prst="rect">
            <a:avLst/>
          </a:prstGeom>
          <a:solidFill>
            <a:srgbClr val="FFFFFF"/>
          </a:solidFill>
          <a:ln/>
        </p:spPr>
        <p:txBody>
          <a:bodyPr wrap="none" lIns="90000" tIns="0" rIns="0" bIns="0" rtlCol="0" anchor="ctr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Incremental scale (steel)</a:t>
            </a:r>
            <a:endParaRPr kumimoji="0" 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8065790" y="1409670"/>
            <a:ext cx="2203031" cy="1626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Grafik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646" y="3485319"/>
            <a:ext cx="2121918" cy="1838253"/>
          </a:xfrm>
          <a:prstGeom prst="rect">
            <a:avLst/>
          </a:prstGeom>
        </p:spPr>
      </p:pic>
      <p:sp>
        <p:nvSpPr>
          <p:cNvPr id="21" name="Pfeil nach rechts 20"/>
          <p:cNvSpPr/>
          <p:nvPr>
            <p:custDataLst>
              <p:tags r:id="rId18"/>
            </p:custDataLst>
          </p:nvPr>
        </p:nvSpPr>
        <p:spPr>
          <a:xfrm>
            <a:off x="6769538" y="1957041"/>
            <a:ext cx="1103586" cy="265839"/>
          </a:xfrm>
          <a:prstGeom prst="rightArrow">
            <a:avLst/>
          </a:prstGeom>
          <a:solidFill>
            <a:srgbClr val="264461"/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2" name="Pfeil nach rechts 21"/>
          <p:cNvSpPr/>
          <p:nvPr>
            <p:custDataLst>
              <p:tags r:id="rId19"/>
            </p:custDataLst>
          </p:nvPr>
        </p:nvSpPr>
        <p:spPr>
          <a:xfrm>
            <a:off x="6083009" y="4574117"/>
            <a:ext cx="1103586" cy="265839"/>
          </a:xfrm>
          <a:prstGeom prst="rightArrow">
            <a:avLst/>
          </a:prstGeom>
          <a:solidFill>
            <a:srgbClr val="264461"/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084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10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Design – signal sequence of incremental sensor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3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912956" y="1410692"/>
            <a:ext cx="152638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_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3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12079" y="1413391"/>
            <a:ext cx="152638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3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01823" y="1404938"/>
            <a:ext cx="151471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Gerade Verbindung 98"/>
          <p:cNvCxnSpPr/>
          <p:nvPr>
            <p:custDataLst>
              <p:tags r:id="rId12"/>
            </p:custDataLst>
          </p:nvPr>
        </p:nvCxnSpPr>
        <p:spPr>
          <a:xfrm>
            <a:off x="1414462" y="4181475"/>
            <a:ext cx="1479192" cy="0"/>
          </a:xfrm>
          <a:prstGeom prst="line">
            <a:avLst/>
          </a:prstGeom>
          <a:ln w="19050" cap="rnd">
            <a:solidFill>
              <a:srgbClr val="264461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/>
          <p:cNvSpPr txBox="1"/>
          <p:nvPr>
            <p:custDataLst>
              <p:tags r:id="rId13"/>
            </p:custDataLst>
          </p:nvPr>
        </p:nvSpPr>
        <p:spPr>
          <a:xfrm>
            <a:off x="1490662" y="4181475"/>
            <a:ext cx="1066800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1mm</a:t>
            </a:r>
          </a:p>
        </p:txBody>
      </p:sp>
      <p:sp>
        <p:nvSpPr>
          <p:cNvPr id="14" name="Textfeld 13"/>
          <p:cNvSpPr txBox="1"/>
          <p:nvPr>
            <p:custDataLst>
              <p:tags r:id="rId14"/>
            </p:custDataLst>
          </p:nvPr>
        </p:nvSpPr>
        <p:spPr>
          <a:xfrm>
            <a:off x="3071813" y="4610100"/>
            <a:ext cx="184731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rtlCol="0">
            <a:noAutofit/>
          </a:bodyPr>
          <a:lstStyle/>
          <a:p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15" name="Textfeld 14"/>
          <p:cNvSpPr txBox="1"/>
          <p:nvPr>
            <p:custDataLst>
              <p:tags r:id="rId15"/>
            </p:custDataLst>
          </p:nvPr>
        </p:nvSpPr>
        <p:spPr>
          <a:xfrm>
            <a:off x="1795462" y="1408152"/>
            <a:ext cx="762000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 algn="ctr"/>
            <a:r>
              <a:rPr lang="de-DE" dirty="0" err="1">
                <a:solidFill>
                  <a:srgbClr val="6A8FA6"/>
                </a:solidFill>
              </a:rPr>
              <a:t>ChB</a:t>
            </a:r>
            <a:endParaRPr lang="de-DE" dirty="0">
              <a:solidFill>
                <a:srgbClr val="6A8FA6"/>
              </a:solidFill>
            </a:endParaRPr>
          </a:p>
        </p:txBody>
      </p:sp>
      <p:sp>
        <p:nvSpPr>
          <p:cNvPr id="16" name="Textfeld 15"/>
          <p:cNvSpPr txBox="1"/>
          <p:nvPr>
            <p:custDataLst>
              <p:tags r:id="rId16"/>
            </p:custDataLst>
          </p:nvPr>
        </p:nvSpPr>
        <p:spPr>
          <a:xfrm>
            <a:off x="1394201" y="3426380"/>
            <a:ext cx="685800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 algn="ctr"/>
            <a:r>
              <a:rPr lang="de-DE" dirty="0" err="1">
                <a:solidFill>
                  <a:srgbClr val="0099BF"/>
                </a:solidFill>
              </a:rPr>
              <a:t>ChA</a:t>
            </a:r>
            <a:endParaRPr lang="de-DE" dirty="0">
              <a:solidFill>
                <a:srgbClr val="0099BF"/>
              </a:solidFill>
            </a:endParaRPr>
          </a:p>
        </p:txBody>
      </p:sp>
      <p:pic>
        <p:nvPicPr>
          <p:cNvPr id="17" name="Picture 3_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3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893654" y="1413391"/>
            <a:ext cx="151471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4__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>
          <a:blip r:embed="rId33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394531" y="1410692"/>
            <a:ext cx="152638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3__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3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375229" y="1413391"/>
            <a:ext cx="151471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0" name="Gerade Verbindung mit Pfeil 19"/>
          <p:cNvCxnSpPr/>
          <p:nvPr>
            <p:custDataLst>
              <p:tags r:id="rId20"/>
            </p:custDataLst>
          </p:nvPr>
        </p:nvCxnSpPr>
        <p:spPr>
          <a:xfrm>
            <a:off x="1196975" y="2774416"/>
            <a:ext cx="6162675" cy="1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/>
          <p:cNvSpPr txBox="1"/>
          <p:nvPr>
            <p:custDataLst>
              <p:tags r:id="rId21"/>
            </p:custDataLst>
          </p:nvPr>
        </p:nvSpPr>
        <p:spPr>
          <a:xfrm>
            <a:off x="6750048" y="2419350"/>
            <a:ext cx="1209675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x (stroke)</a:t>
            </a:r>
          </a:p>
        </p:txBody>
      </p:sp>
      <p:cxnSp>
        <p:nvCxnSpPr>
          <p:cNvPr id="22" name="Gerade Verbindung mit Pfeil 21"/>
          <p:cNvCxnSpPr/>
          <p:nvPr>
            <p:custDataLst>
              <p:tags r:id="rId22"/>
            </p:custDataLst>
          </p:nvPr>
        </p:nvCxnSpPr>
        <p:spPr>
          <a:xfrm flipH="1" flipV="1">
            <a:off x="1393886" y="1257300"/>
            <a:ext cx="1" cy="1488542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>
            <p:custDataLst>
              <p:tags r:id="rId23"/>
            </p:custDataLst>
          </p:nvPr>
        </p:nvSpPr>
        <p:spPr>
          <a:xfrm>
            <a:off x="254000" y="1196997"/>
            <a:ext cx="1209675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dirty="0">
                <a:solidFill>
                  <a:srgbClr val="000000"/>
                </a:solidFill>
              </a:rPr>
              <a:t>Signals</a:t>
            </a:r>
          </a:p>
        </p:txBody>
      </p:sp>
      <p:sp>
        <p:nvSpPr>
          <p:cNvPr id="24" name="Ellipse 23"/>
          <p:cNvSpPr/>
          <p:nvPr>
            <p:custDataLst>
              <p:tags r:id="rId24"/>
            </p:custDataLst>
          </p:nvPr>
        </p:nvSpPr>
        <p:spPr>
          <a:xfrm>
            <a:off x="1326369" y="2665439"/>
            <a:ext cx="174083" cy="166561"/>
          </a:xfrm>
          <a:prstGeom prst="ellipse">
            <a:avLst/>
          </a:prstGeom>
          <a:solidFill>
            <a:srgbClr val="92D050"/>
          </a:solidFill>
          <a:ln>
            <a:solidFill>
              <a:srgbClr val="8BA8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FFFFFF"/>
              </a:solidFill>
            </a:endParaRPr>
          </a:p>
        </p:txBody>
      </p:sp>
      <p:sp>
        <p:nvSpPr>
          <p:cNvPr id="25" name="Ellipse 24"/>
          <p:cNvSpPr/>
          <p:nvPr>
            <p:custDataLst>
              <p:tags r:id="rId25"/>
            </p:custDataLst>
          </p:nvPr>
        </p:nvSpPr>
        <p:spPr>
          <a:xfrm>
            <a:off x="1316264" y="1420811"/>
            <a:ext cx="174083" cy="166561"/>
          </a:xfrm>
          <a:prstGeom prst="ellipse">
            <a:avLst/>
          </a:prstGeom>
          <a:solidFill>
            <a:srgbClr val="92D050"/>
          </a:solidFill>
          <a:ln>
            <a:solidFill>
              <a:srgbClr val="0099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FFFFFF"/>
              </a:solidFill>
            </a:endParaRPr>
          </a:p>
        </p:txBody>
      </p:sp>
      <p:sp>
        <p:nvSpPr>
          <p:cNvPr id="26" name="Ellipse 25"/>
          <p:cNvSpPr/>
          <p:nvPr>
            <p:custDataLst>
              <p:tags r:id="rId26"/>
            </p:custDataLst>
          </p:nvPr>
        </p:nvSpPr>
        <p:spPr>
          <a:xfrm>
            <a:off x="1733465" y="1420811"/>
            <a:ext cx="152400" cy="152400"/>
          </a:xfrm>
          <a:prstGeom prst="ellipse">
            <a:avLst/>
          </a:prstGeom>
          <a:solidFill>
            <a:srgbClr val="FFFF00"/>
          </a:solidFill>
          <a:ln>
            <a:solidFill>
              <a:srgbClr val="8BA8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FFFFFF"/>
              </a:solidFill>
            </a:endParaRPr>
          </a:p>
        </p:txBody>
      </p:sp>
      <p:sp>
        <p:nvSpPr>
          <p:cNvPr id="27" name="Ellipse 26"/>
          <p:cNvSpPr/>
          <p:nvPr>
            <p:custDataLst>
              <p:tags r:id="rId27"/>
            </p:custDataLst>
          </p:nvPr>
        </p:nvSpPr>
        <p:spPr>
          <a:xfrm>
            <a:off x="1516587" y="1756154"/>
            <a:ext cx="152400" cy="152400"/>
          </a:xfrm>
          <a:prstGeom prst="ellipse">
            <a:avLst/>
          </a:prstGeom>
          <a:solidFill>
            <a:srgbClr val="66E0FF"/>
          </a:solidFill>
          <a:ln>
            <a:solidFill>
              <a:srgbClr val="819EB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FFFFFF"/>
              </a:solidFill>
            </a:endParaRPr>
          </a:p>
        </p:txBody>
      </p:sp>
      <p:sp>
        <p:nvSpPr>
          <p:cNvPr id="28" name="Ellipse 27"/>
          <p:cNvSpPr/>
          <p:nvPr>
            <p:custDataLst>
              <p:tags r:id="rId28"/>
            </p:custDataLst>
          </p:nvPr>
        </p:nvSpPr>
        <p:spPr>
          <a:xfrm>
            <a:off x="1521496" y="1789668"/>
            <a:ext cx="152400" cy="152400"/>
          </a:xfrm>
          <a:prstGeom prst="ellipse">
            <a:avLst/>
          </a:prstGeom>
          <a:solidFill>
            <a:srgbClr val="66E0FF"/>
          </a:solidFill>
          <a:ln>
            <a:solidFill>
              <a:srgbClr val="0099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FFFFFF"/>
              </a:solidFill>
            </a:endParaRPr>
          </a:p>
        </p:txBody>
      </p:sp>
      <p:sp>
        <p:nvSpPr>
          <p:cNvPr id="29" name="Ellipse 28"/>
          <p:cNvSpPr/>
          <p:nvPr>
            <p:custDataLst>
              <p:tags r:id="rId29"/>
            </p:custDataLst>
          </p:nvPr>
        </p:nvSpPr>
        <p:spPr>
          <a:xfrm>
            <a:off x="1719262" y="2667769"/>
            <a:ext cx="152400" cy="152400"/>
          </a:xfrm>
          <a:prstGeom prst="ellipse">
            <a:avLst/>
          </a:prstGeom>
          <a:solidFill>
            <a:srgbClr val="FFFF00"/>
          </a:solidFill>
          <a:ln>
            <a:solidFill>
              <a:srgbClr val="0099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>
              <a:solidFill>
                <a:srgbClr val="FFFFFF"/>
              </a:solidFill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787400" y="1196997"/>
            <a:ext cx="1165923" cy="4018719"/>
            <a:chOff x="533400" y="1196997"/>
            <a:chExt cx="1165923" cy="4018719"/>
          </a:xfrm>
        </p:grpSpPr>
        <p:cxnSp>
          <p:nvCxnSpPr>
            <p:cNvPr id="31" name="Gerader Verbinder 30"/>
            <p:cNvCxnSpPr/>
            <p:nvPr>
              <p:custDataLst>
                <p:tags r:id="rId30"/>
              </p:custDataLst>
            </p:nvPr>
          </p:nvCxnSpPr>
          <p:spPr>
            <a:xfrm>
              <a:off x="1139886" y="1196997"/>
              <a:ext cx="0" cy="3489303"/>
            </a:xfrm>
            <a:prstGeom prst="line">
              <a:avLst/>
            </a:prstGeom>
            <a:ln>
              <a:solidFill>
                <a:srgbClr val="26446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Grafik 31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3400" y="4656886"/>
              <a:ext cx="1165923" cy="5588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95511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864E-6 -1.23457E-7 L 0.01939 -1.23457E-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39 -1.23457E-7 L 0.03719 -1.23457E-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11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Design – angle-clock and interpolation</a:t>
            </a:r>
          </a:p>
        </p:txBody>
      </p:sp>
      <p:sp>
        <p:nvSpPr>
          <p:cNvPr id="9" name="Torte 32"/>
          <p:cNvSpPr/>
          <p:nvPr>
            <p:custDataLst>
              <p:tags r:id="rId9"/>
            </p:custDataLst>
          </p:nvPr>
        </p:nvSpPr>
        <p:spPr>
          <a:xfrm>
            <a:off x="3549265" y="1479015"/>
            <a:ext cx="2590800" cy="2590800"/>
          </a:xfrm>
          <a:prstGeom prst="pie">
            <a:avLst>
              <a:gd name="adj1" fmla="val 18950405"/>
              <a:gd name="adj2" fmla="val 17396"/>
            </a:avLst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rgbClr val="000000"/>
              </a:solidFill>
            </a:endParaRPr>
          </a:p>
        </p:txBody>
      </p:sp>
      <p:pic>
        <p:nvPicPr>
          <p:cNvPr id="10" name="Picture 4_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39" cstate="print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58079" y="1413391"/>
            <a:ext cx="152638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4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147823" y="1404938"/>
            <a:ext cx="1514712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Gerade Verbindung 98"/>
          <p:cNvCxnSpPr/>
          <p:nvPr>
            <p:custDataLst>
              <p:tags r:id="rId12"/>
            </p:custDataLst>
          </p:nvPr>
        </p:nvCxnSpPr>
        <p:spPr>
          <a:xfrm>
            <a:off x="1160462" y="4181475"/>
            <a:ext cx="1502073" cy="0"/>
          </a:xfrm>
          <a:prstGeom prst="line">
            <a:avLst/>
          </a:prstGeom>
          <a:ln w="19050" cap="rnd">
            <a:solidFill>
              <a:srgbClr val="264461"/>
            </a:solidFill>
            <a:prstDash val="dash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>
            <p:custDataLst>
              <p:tags r:id="rId13"/>
            </p:custDataLst>
          </p:nvPr>
        </p:nvSpPr>
        <p:spPr>
          <a:xfrm>
            <a:off x="1236662" y="4181475"/>
            <a:ext cx="1066800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 algn="ctr"/>
            <a:r>
              <a:rPr lang="de-DE" dirty="0">
                <a:solidFill>
                  <a:srgbClr val="000000"/>
                </a:solidFill>
              </a:rPr>
              <a:t>1mm</a:t>
            </a:r>
          </a:p>
        </p:txBody>
      </p:sp>
      <p:sp>
        <p:nvSpPr>
          <p:cNvPr id="15" name="Textfeld 14"/>
          <p:cNvSpPr txBox="1"/>
          <p:nvPr>
            <p:custDataLst>
              <p:tags r:id="rId14"/>
            </p:custDataLst>
          </p:nvPr>
        </p:nvSpPr>
        <p:spPr>
          <a:xfrm>
            <a:off x="1541462" y="1408152"/>
            <a:ext cx="762000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 algn="ctr"/>
            <a:r>
              <a:rPr lang="de-DE" dirty="0" err="1">
                <a:solidFill>
                  <a:srgbClr val="6A8FA6"/>
                </a:solidFill>
              </a:rPr>
              <a:t>ChB</a:t>
            </a:r>
            <a:endParaRPr lang="de-DE" dirty="0">
              <a:solidFill>
                <a:srgbClr val="6A8FA6"/>
              </a:solidFill>
            </a:endParaRPr>
          </a:p>
        </p:txBody>
      </p:sp>
      <p:sp>
        <p:nvSpPr>
          <p:cNvPr id="16" name="Textfeld 15"/>
          <p:cNvSpPr txBox="1"/>
          <p:nvPr>
            <p:custDataLst>
              <p:tags r:id="rId15"/>
            </p:custDataLst>
          </p:nvPr>
        </p:nvSpPr>
        <p:spPr>
          <a:xfrm>
            <a:off x="1140201" y="3426380"/>
            <a:ext cx="685800" cy="369332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 algn="ctr"/>
            <a:r>
              <a:rPr lang="de-DE" dirty="0" err="1">
                <a:solidFill>
                  <a:srgbClr val="0099BF"/>
                </a:solidFill>
              </a:rPr>
              <a:t>ChA</a:t>
            </a:r>
            <a:endParaRPr lang="de-DE" dirty="0">
              <a:solidFill>
                <a:srgbClr val="0099BF"/>
              </a:solidFill>
            </a:endParaRPr>
          </a:p>
        </p:txBody>
      </p:sp>
      <p:grpSp>
        <p:nvGrpSpPr>
          <p:cNvPr id="17" name="Gruppieren 16"/>
          <p:cNvGrpSpPr/>
          <p:nvPr/>
        </p:nvGrpSpPr>
        <p:grpSpPr>
          <a:xfrm>
            <a:off x="3332162" y="1184791"/>
            <a:ext cx="3124200" cy="3200400"/>
            <a:chOff x="3332162" y="1184791"/>
            <a:chExt cx="3124200" cy="3200400"/>
          </a:xfrm>
        </p:grpSpPr>
        <p:grpSp>
          <p:nvGrpSpPr>
            <p:cNvPr id="18" name="Gruppieren 17"/>
            <p:cNvGrpSpPr/>
            <p:nvPr/>
          </p:nvGrpSpPr>
          <p:grpSpPr>
            <a:xfrm>
              <a:off x="3332162" y="1184791"/>
              <a:ext cx="3124200" cy="3200400"/>
              <a:chOff x="5105400" y="800100"/>
              <a:chExt cx="3124200" cy="3200400"/>
            </a:xfrm>
          </p:grpSpPr>
          <p:sp>
            <p:nvSpPr>
              <p:cNvPr id="22" name="Ellipse 21"/>
              <p:cNvSpPr/>
              <p:nvPr>
                <p:custDataLst>
                  <p:tags r:id="rId35"/>
                </p:custDataLst>
              </p:nvPr>
            </p:nvSpPr>
            <p:spPr>
              <a:xfrm>
                <a:off x="5334000" y="1104900"/>
                <a:ext cx="2590800" cy="2590800"/>
              </a:xfrm>
              <a:prstGeom prst="ellipse">
                <a:avLst/>
              </a:prstGeom>
              <a:solidFill>
                <a:scrgbClr r="0" g="0" b="0">
                  <a:alpha val="0"/>
                </a:sc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3" name="Gerade Verbindung 22"/>
              <p:cNvCxnSpPr/>
              <p:nvPr>
                <p:custDataLst>
                  <p:tags r:id="rId36"/>
                </p:custDataLst>
              </p:nvPr>
            </p:nvCxnSpPr>
            <p:spPr>
              <a:xfrm flipV="1">
                <a:off x="6629400" y="800100"/>
                <a:ext cx="0" cy="3200400"/>
              </a:xfrm>
              <a:prstGeom prst="line">
                <a:avLst/>
              </a:prstGeom>
              <a:ln w="28575">
                <a:solidFill>
                  <a:srgbClr val="26446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 Verbindung 40"/>
              <p:cNvCxnSpPr/>
              <p:nvPr>
                <p:custDataLst>
                  <p:tags r:id="rId37"/>
                </p:custDataLst>
              </p:nvPr>
            </p:nvCxnSpPr>
            <p:spPr>
              <a:xfrm>
                <a:off x="5105400" y="2400300"/>
                <a:ext cx="3124200" cy="0"/>
              </a:xfrm>
              <a:prstGeom prst="line">
                <a:avLst/>
              </a:prstGeom>
              <a:ln w="28575">
                <a:solidFill>
                  <a:srgbClr val="26446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8"/>
            <p:cNvGrpSpPr/>
            <p:nvPr/>
          </p:nvGrpSpPr>
          <p:grpSpPr>
            <a:xfrm>
              <a:off x="3549166" y="1489591"/>
              <a:ext cx="2690191" cy="2590800"/>
              <a:chOff x="2438400" y="1333500"/>
              <a:chExt cx="2690191" cy="2590800"/>
            </a:xfrm>
          </p:grpSpPr>
          <p:sp>
            <p:nvSpPr>
              <p:cNvPr id="20" name="Ellipse 19"/>
              <p:cNvSpPr/>
              <p:nvPr>
                <p:custDataLst>
                  <p:tags r:id="rId33"/>
                </p:custDataLst>
              </p:nvPr>
            </p:nvSpPr>
            <p:spPr>
              <a:xfrm>
                <a:off x="2438400" y="1333500"/>
                <a:ext cx="2590800" cy="2590800"/>
              </a:xfrm>
              <a:prstGeom prst="ellipse">
                <a:avLst/>
              </a:prstGeom>
              <a:solidFill>
                <a:scrgbClr r="0" g="0" b="0">
                  <a:alpha val="0"/>
                </a:scrgbClr>
              </a:solidFill>
              <a:ln>
                <a:solidFill>
                  <a:srgbClr val="192F45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Gleichschenkliges Dreieck 20"/>
              <p:cNvSpPr/>
              <p:nvPr>
                <p:custDataLst>
                  <p:tags r:id="rId34"/>
                </p:custDataLst>
              </p:nvPr>
            </p:nvSpPr>
            <p:spPr>
              <a:xfrm rot="240000">
                <a:off x="4913095" y="2644145"/>
                <a:ext cx="215496" cy="215595"/>
              </a:xfrm>
              <a:prstGeom prst="triangle">
                <a:avLst/>
              </a:prstGeom>
              <a:solidFill>
                <a:srgbClr val="132230"/>
              </a:solidFill>
              <a:ln>
                <a:solidFill>
                  <a:srgbClr val="192F4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25" name="Gruppieren 24"/>
          <p:cNvGrpSpPr/>
          <p:nvPr/>
        </p:nvGrpSpPr>
        <p:grpSpPr>
          <a:xfrm>
            <a:off x="1081880" y="2714253"/>
            <a:ext cx="5165200" cy="1874178"/>
            <a:chOff x="583559" y="2552700"/>
            <a:chExt cx="4521841" cy="1714837"/>
          </a:xfrm>
        </p:grpSpPr>
        <p:sp>
          <p:nvSpPr>
            <p:cNvPr id="26" name="Ellipse 25"/>
            <p:cNvSpPr/>
            <p:nvPr>
              <p:custDataLst>
                <p:tags r:id="rId28"/>
              </p:custDataLst>
            </p:nvPr>
          </p:nvSpPr>
          <p:spPr>
            <a:xfrm>
              <a:off x="4953000" y="2552700"/>
              <a:ext cx="152400" cy="1524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rgbClr val="FFFFFF"/>
                </a:solidFill>
              </a:endParaRPr>
            </a:p>
          </p:txBody>
        </p:sp>
        <p:sp>
          <p:nvSpPr>
            <p:cNvPr id="27" name="Ellipse 26"/>
            <p:cNvSpPr/>
            <p:nvPr>
              <p:custDataLst>
                <p:tags r:id="rId29"/>
              </p:custDataLst>
            </p:nvPr>
          </p:nvSpPr>
          <p:spPr>
            <a:xfrm>
              <a:off x="4952999" y="4115137"/>
              <a:ext cx="152400" cy="1524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28" name="Ellipse 27"/>
            <p:cNvSpPr/>
            <p:nvPr>
              <p:custDataLst>
                <p:tags r:id="rId30"/>
              </p:custDataLst>
            </p:nvPr>
          </p:nvSpPr>
          <p:spPr>
            <a:xfrm>
              <a:off x="583559" y="2552700"/>
              <a:ext cx="152400" cy="1524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cxnSp>
          <p:nvCxnSpPr>
            <p:cNvPr id="29" name="Gerade Verbindung 82"/>
            <p:cNvCxnSpPr/>
            <p:nvPr>
              <p:custDataLst>
                <p:tags r:id="rId31"/>
              </p:custDataLst>
            </p:nvPr>
          </p:nvCxnSpPr>
          <p:spPr>
            <a:xfrm>
              <a:off x="735959" y="2628901"/>
              <a:ext cx="4217041" cy="0"/>
            </a:xfrm>
            <a:prstGeom prst="line">
              <a:avLst/>
            </a:prstGeom>
            <a:ln w="19050" cap="rnd">
              <a:solidFill>
                <a:srgbClr val="26446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94"/>
            <p:cNvCxnSpPr/>
            <p:nvPr>
              <p:custDataLst>
                <p:tags r:id="rId32"/>
              </p:custDataLst>
            </p:nvPr>
          </p:nvCxnSpPr>
          <p:spPr>
            <a:xfrm flipV="1">
              <a:off x="5029200" y="2705100"/>
              <a:ext cx="1" cy="1410037"/>
            </a:xfrm>
            <a:prstGeom prst="line">
              <a:avLst/>
            </a:prstGeom>
            <a:ln w="19050" cap="rnd">
              <a:solidFill>
                <a:srgbClr val="26446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uppieren 30"/>
          <p:cNvGrpSpPr/>
          <p:nvPr/>
        </p:nvGrpSpPr>
        <p:grpSpPr>
          <a:xfrm>
            <a:off x="1281381" y="1777484"/>
            <a:ext cx="4554806" cy="2979085"/>
            <a:chOff x="245794" y="1714500"/>
            <a:chExt cx="4554806" cy="2979085"/>
          </a:xfrm>
        </p:grpSpPr>
        <p:sp>
          <p:nvSpPr>
            <p:cNvPr id="32" name="Ellipse 31"/>
            <p:cNvSpPr/>
            <p:nvPr>
              <p:custDataLst>
                <p:tags r:id="rId23"/>
              </p:custDataLst>
            </p:nvPr>
          </p:nvSpPr>
          <p:spPr>
            <a:xfrm>
              <a:off x="4648200" y="1714500"/>
              <a:ext cx="152400" cy="152400"/>
            </a:xfrm>
            <a:prstGeom prst="ellipse">
              <a:avLst/>
            </a:prstGeom>
            <a:solidFill>
              <a:srgbClr val="66E0F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33" name="Ellipse 32"/>
            <p:cNvSpPr/>
            <p:nvPr>
              <p:custDataLst>
                <p:tags r:id="rId24"/>
              </p:custDataLst>
            </p:nvPr>
          </p:nvSpPr>
          <p:spPr>
            <a:xfrm>
              <a:off x="4648200" y="4541185"/>
              <a:ext cx="152400" cy="152400"/>
            </a:xfrm>
            <a:prstGeom prst="ellipse">
              <a:avLst/>
            </a:prstGeom>
            <a:solidFill>
              <a:srgbClr val="66E0F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cxnSp>
          <p:nvCxnSpPr>
            <p:cNvPr id="34" name="Gerade Verbindung 87"/>
            <p:cNvCxnSpPr/>
            <p:nvPr>
              <p:custDataLst>
                <p:tags r:id="rId25"/>
              </p:custDataLst>
            </p:nvPr>
          </p:nvCxnSpPr>
          <p:spPr>
            <a:xfrm>
              <a:off x="398194" y="1790700"/>
              <a:ext cx="4250006" cy="0"/>
            </a:xfrm>
            <a:prstGeom prst="line">
              <a:avLst/>
            </a:prstGeom>
            <a:ln w="19050" cap="rnd">
              <a:solidFill>
                <a:srgbClr val="26446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Ellipse 34"/>
            <p:cNvSpPr/>
            <p:nvPr>
              <p:custDataLst>
                <p:tags r:id="rId26"/>
              </p:custDataLst>
            </p:nvPr>
          </p:nvSpPr>
          <p:spPr>
            <a:xfrm>
              <a:off x="245794" y="1714500"/>
              <a:ext cx="152400" cy="152400"/>
            </a:xfrm>
            <a:prstGeom prst="ellipse">
              <a:avLst/>
            </a:prstGeom>
            <a:solidFill>
              <a:srgbClr val="66E0F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cxnSp>
          <p:nvCxnSpPr>
            <p:cNvPr id="36" name="Gerade Verbindung 91"/>
            <p:cNvCxnSpPr/>
            <p:nvPr>
              <p:custDataLst>
                <p:tags r:id="rId27"/>
              </p:custDataLst>
            </p:nvPr>
          </p:nvCxnSpPr>
          <p:spPr>
            <a:xfrm flipV="1">
              <a:off x="4724400" y="1866900"/>
              <a:ext cx="0" cy="2674285"/>
            </a:xfrm>
            <a:prstGeom prst="line">
              <a:avLst/>
            </a:prstGeom>
            <a:ln w="19050" cap="rnd">
              <a:solidFill>
                <a:srgbClr val="26446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/>
          <p:cNvGrpSpPr/>
          <p:nvPr/>
        </p:nvGrpSpPr>
        <p:grpSpPr>
          <a:xfrm>
            <a:off x="1465263" y="1423350"/>
            <a:ext cx="3482465" cy="3533703"/>
            <a:chOff x="335057" y="1257300"/>
            <a:chExt cx="3482465" cy="3533703"/>
          </a:xfrm>
        </p:grpSpPr>
        <p:sp>
          <p:nvSpPr>
            <p:cNvPr id="38" name="Ellipse 37"/>
            <p:cNvSpPr/>
            <p:nvPr>
              <p:custDataLst>
                <p:tags r:id="rId18"/>
              </p:custDataLst>
            </p:nvPr>
          </p:nvSpPr>
          <p:spPr>
            <a:xfrm>
              <a:off x="3657600" y="1257300"/>
              <a:ext cx="152400" cy="1524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39" name="Ellipse 38"/>
            <p:cNvSpPr/>
            <p:nvPr>
              <p:custDataLst>
                <p:tags r:id="rId19"/>
              </p:custDataLst>
            </p:nvPr>
          </p:nvSpPr>
          <p:spPr>
            <a:xfrm>
              <a:off x="335057" y="1257300"/>
              <a:ext cx="152400" cy="1524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sp>
          <p:nvSpPr>
            <p:cNvPr id="40" name="Ellipse 39"/>
            <p:cNvSpPr/>
            <p:nvPr>
              <p:custDataLst>
                <p:tags r:id="rId20"/>
              </p:custDataLst>
            </p:nvPr>
          </p:nvSpPr>
          <p:spPr>
            <a:xfrm>
              <a:off x="3665122" y="4638603"/>
              <a:ext cx="152400" cy="1524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rgbClr val="FFFFFF"/>
                </a:solidFill>
              </a:endParaRPr>
            </a:p>
          </p:txBody>
        </p:sp>
        <p:cxnSp>
          <p:nvCxnSpPr>
            <p:cNvPr id="41" name="Gerade Verbindung 74"/>
            <p:cNvCxnSpPr/>
            <p:nvPr>
              <p:custDataLst>
                <p:tags r:id="rId21"/>
              </p:custDataLst>
            </p:nvPr>
          </p:nvCxnSpPr>
          <p:spPr>
            <a:xfrm flipH="1" flipV="1">
              <a:off x="3733800" y="1409700"/>
              <a:ext cx="7522" cy="3228903"/>
            </a:xfrm>
            <a:prstGeom prst="line">
              <a:avLst/>
            </a:prstGeom>
            <a:ln w="19050" cap="rnd">
              <a:solidFill>
                <a:srgbClr val="26446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77"/>
            <p:cNvCxnSpPr/>
            <p:nvPr>
              <p:custDataLst>
                <p:tags r:id="rId22"/>
              </p:custDataLst>
            </p:nvPr>
          </p:nvCxnSpPr>
          <p:spPr>
            <a:xfrm>
              <a:off x="487457" y="1333500"/>
              <a:ext cx="3170143" cy="0"/>
            </a:xfrm>
            <a:prstGeom prst="line">
              <a:avLst/>
            </a:prstGeom>
            <a:ln w="19050" cap="rnd">
              <a:solidFill>
                <a:srgbClr val="264461"/>
              </a:solidFill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feld 42"/>
          <p:cNvSpPr txBox="1"/>
          <p:nvPr>
            <p:custDataLst>
              <p:tags r:id="rId16"/>
            </p:custDataLst>
          </p:nvPr>
        </p:nvSpPr>
        <p:spPr>
          <a:xfrm>
            <a:off x="5301865" y="1860015"/>
            <a:ext cx="533400" cy="1015663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6000" dirty="0">
                <a:solidFill>
                  <a:srgbClr val="FFFFFF"/>
                </a:solidFill>
                <a:latin typeface="Symbol" pitchFamily="18" charset="2"/>
              </a:rPr>
              <a:t>a</a:t>
            </a:r>
          </a:p>
        </p:txBody>
      </p:sp>
      <p:sp>
        <p:nvSpPr>
          <p:cNvPr id="44" name="Rectangle 4_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268620" y="988219"/>
            <a:ext cx="3442559" cy="4343400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lnSpc>
                <a:spcPct val="111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sz="1700" u="sng" dirty="0">
                <a:solidFill>
                  <a:srgbClr val="000000"/>
                </a:solidFill>
                <a:latin typeface="Bosch Office Sans"/>
              </a:rPr>
              <a:t>Angle-Clock</a:t>
            </a:r>
          </a:p>
          <a:p>
            <a:pPr eaLnBrk="0" fontAlgn="base" hangingPunct="0">
              <a:lnSpc>
                <a:spcPct val="111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</a:rPr>
              <a:t> 1mm is equal to</a:t>
            </a:r>
            <a:r>
              <a:rPr lang="en-US" sz="1700" dirty="0">
                <a:solidFill>
                  <a:srgbClr val="000000"/>
                </a:solidFill>
                <a:cs typeface="Arial"/>
              </a:rPr>
              <a:t> 360° / 2</a:t>
            </a:r>
            <a:r>
              <a:rPr lang="en-US" sz="1700" dirty="0">
                <a:solidFill>
                  <a:srgbClr val="000000"/>
                </a:solidFill>
                <a:latin typeface="Symbol" pitchFamily="18" charset="2"/>
                <a:cs typeface="Arial"/>
              </a:rPr>
              <a:t>p</a:t>
            </a:r>
          </a:p>
          <a:p>
            <a:pPr eaLnBrk="0" fontAlgn="base" hangingPunct="0">
              <a:lnSpc>
                <a:spcPct val="111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cs typeface="Arial"/>
              </a:rPr>
              <a:t> Position within 1mm equates to  angel </a:t>
            </a:r>
            <a:r>
              <a:rPr lang="en-US" sz="1700" dirty="0">
                <a:solidFill>
                  <a:srgbClr val="000000"/>
                </a:solidFill>
                <a:latin typeface="Symbol" pitchFamily="18" charset="2"/>
                <a:cs typeface="Arial"/>
              </a:rPr>
              <a:t>a</a:t>
            </a:r>
          </a:p>
          <a:p>
            <a:pPr eaLnBrk="0" fontAlgn="base" hangingPunct="0">
              <a:lnSpc>
                <a:spcPct val="111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Symbol" pitchFamily="18" charset="2"/>
                <a:cs typeface="Arial"/>
              </a:rPr>
              <a:t>a</a:t>
            </a:r>
            <a:r>
              <a:rPr lang="en-US" sz="1700" dirty="0">
                <a:solidFill>
                  <a:srgbClr val="000000"/>
                </a:solidFill>
                <a:cs typeface="Arial"/>
              </a:rPr>
              <a:t> is calculable by</a:t>
            </a:r>
            <a:r>
              <a:rPr lang="en-US" sz="1700" dirty="0">
                <a:solidFill>
                  <a:srgbClr val="000000"/>
                </a:solidFill>
                <a:cs typeface="Arial" pitchFamily="34" charset="0"/>
              </a:rPr>
              <a:t> arc tangent function</a:t>
            </a:r>
          </a:p>
          <a:p>
            <a:pPr eaLnBrk="0" fontAlgn="base" hangingPunct="0">
              <a:lnSpc>
                <a:spcPct val="111000"/>
              </a:lnSpc>
              <a:spcBef>
                <a:spcPct val="20000"/>
              </a:spcBef>
              <a:spcAft>
                <a:spcPct val="0"/>
              </a:spcAft>
              <a:buSzPct val="100000"/>
              <a:defRPr/>
            </a:pPr>
            <a:r>
              <a:rPr lang="en-US" sz="1700" u="sng" dirty="0">
                <a:solidFill>
                  <a:srgbClr val="000000"/>
                </a:solidFill>
                <a:cs typeface="Arial" pitchFamily="34" charset="0"/>
              </a:rPr>
              <a:t>Interpolation</a:t>
            </a:r>
          </a:p>
          <a:p>
            <a:pPr eaLnBrk="0" fontAlgn="base" hangingPunct="0">
              <a:lnSpc>
                <a:spcPct val="111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rgbClr val="000000"/>
                </a:solidFill>
                <a:cs typeface="Arial" pitchFamily="34" charset="0"/>
              </a:rPr>
              <a:t> Signals </a:t>
            </a:r>
            <a:r>
              <a:rPr lang="en-US" sz="1700" dirty="0" err="1">
                <a:solidFill>
                  <a:srgbClr val="000000"/>
                </a:solidFill>
                <a:cs typeface="Arial" pitchFamily="34" charset="0"/>
              </a:rPr>
              <a:t>ChA</a:t>
            </a:r>
            <a:r>
              <a:rPr lang="en-US" sz="1700" dirty="0">
                <a:solidFill>
                  <a:srgbClr val="000000"/>
                </a:solidFill>
                <a:cs typeface="Arial" pitchFamily="34" charset="0"/>
              </a:rPr>
              <a:t> and ChB do have a very high resolution</a:t>
            </a:r>
          </a:p>
          <a:p>
            <a:pPr lvl="0" eaLnBrk="0" hangingPunct="0">
              <a:lnSpc>
                <a:spcPct val="111000"/>
              </a:lnSpc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1700" dirty="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sz="170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Symbol" pitchFamily="18" charset="2"/>
                <a:cs typeface="Arial"/>
              </a:rPr>
              <a:t>a</a:t>
            </a:r>
            <a:r>
              <a:rPr lang="en-US" sz="1700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1700" dirty="0">
                <a:solidFill>
                  <a:srgbClr val="000000"/>
                </a:solidFill>
                <a:cs typeface="Arial" pitchFamily="34" charset="0"/>
              </a:rPr>
              <a:t> is very precise</a:t>
            </a:r>
          </a:p>
          <a:p>
            <a:pPr lvl="0" eaLnBrk="0" hangingPunct="0">
              <a:lnSpc>
                <a:spcPct val="111000"/>
              </a:lnSpc>
              <a:spcBef>
                <a:spcPct val="20000"/>
              </a:spcBef>
              <a:buSzPct val="100000"/>
              <a:buFont typeface="Arial" pitchFamily="34" charset="0"/>
              <a:buChar char="•"/>
            </a:pPr>
            <a:r>
              <a:rPr lang="en-US" sz="1700" dirty="0">
                <a:solidFill>
                  <a:srgbClr val="000000"/>
                </a:solidFill>
                <a:cs typeface="Arial" pitchFamily="34" charset="0"/>
              </a:rPr>
              <a:t>  Position could be calculated within 1mm better than 1 micron</a:t>
            </a:r>
            <a:endParaRPr lang="en-US" sz="1700" dirty="0">
              <a:solidFill>
                <a:srgbClr val="000000"/>
              </a:solidFill>
              <a:latin typeface="Symbol" pitchFamily="18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458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6035E-6 4.32099E-6 L 0.13401 4.32099E-6 C 0.19407 4.32099E-6 0.26831 0.11034 0.26831 0.20061 L 0.26831 0.40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15" y="2008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7453E-6 3.45679E-6 L 0.09421 3.45679E-6 C 0.13618 3.45679E-6 0.18842 0.05581 0.18842 0.10159 L 0.18842 0.2037 " pathEditMode="relative" rAng="0" ptsTypes="A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21" y="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6" grpId="1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12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de-DE" dirty="0">
                <a:solidFill>
                  <a:srgbClr val="00CCFF"/>
                </a:solidFill>
                <a:latin typeface="Bosch Office Sans" pitchFamily="2" charset="0"/>
              </a:rPr>
              <a:t>Design – absolute </a:t>
            </a:r>
            <a:r>
              <a:rPr lang="de-DE" dirty="0" err="1">
                <a:solidFill>
                  <a:srgbClr val="00CCFF"/>
                </a:solidFill>
                <a:latin typeface="Bosch Office Sans" pitchFamily="2" charset="0"/>
              </a:rPr>
              <a:t>code</a:t>
            </a:r>
            <a:r>
              <a:rPr lang="de-DE" dirty="0">
                <a:solidFill>
                  <a:srgbClr val="00CCFF"/>
                </a:solidFill>
                <a:latin typeface="Bosch Office Sans" pitchFamily="2" charset="0"/>
              </a:rPr>
              <a:t> band</a:t>
            </a:r>
          </a:p>
        </p:txBody>
      </p:sp>
      <p:sp>
        <p:nvSpPr>
          <p:cNvPr id="9" name="Textfeld 8"/>
          <p:cNvSpPr txBox="1"/>
          <p:nvPr>
            <p:custDataLst>
              <p:tags r:id="rId9"/>
            </p:custDataLst>
          </p:nvPr>
        </p:nvSpPr>
        <p:spPr>
          <a:xfrm>
            <a:off x="327025" y="2797269"/>
            <a:ext cx="10382250" cy="120032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Binary representation:  bar = 0, hole = 1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The absolute code band has a so called “Pseudo-Random-Bit-Sequence”. This allows the explicit calculation of the absolute position from any 14 sequenced bits over the entire measuring length.</a:t>
            </a:r>
          </a:p>
        </p:txBody>
      </p:sp>
      <p:sp>
        <p:nvSpPr>
          <p:cNvPr id="12" name="Textfeld 11"/>
          <p:cNvSpPr txBox="1"/>
          <p:nvPr>
            <p:custDataLst>
              <p:tags r:id="rId10"/>
            </p:custDataLst>
          </p:nvPr>
        </p:nvSpPr>
        <p:spPr>
          <a:xfrm>
            <a:off x="7297550" y="5246177"/>
            <a:ext cx="1015021" cy="215444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sz="800" dirty="0">
                <a:solidFill>
                  <a:srgbClr val="000000"/>
                </a:solidFill>
              </a:rPr>
              <a:t>Source: Wikipedia</a:t>
            </a:r>
          </a:p>
        </p:txBody>
      </p:sp>
      <p:pic>
        <p:nvPicPr>
          <p:cNvPr id="13" name="Picture 2_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3"/>
          <a:stretch>
            <a:fillRect/>
          </a:stretch>
        </p:blipFill>
        <p:spPr>
          <a:xfrm rot="60000">
            <a:off x="327025" y="1380724"/>
            <a:ext cx="9505950" cy="10562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5818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13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259080" y="259080"/>
            <a:ext cx="9872980" cy="520446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Inductive measuring principle enables contactless position measurement.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4000">
              <a:solidFill>
                <a:srgbClr val="00CCFF"/>
              </a:solidFill>
              <a:latin typeface="Bosch Office Sans" pitchFamily="2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The IMS measuring function is free of wear and maintenance, also under following conditions……..</a:t>
            </a:r>
            <a:endParaRPr lang="en-US" sz="4000" dirty="0">
              <a:solidFill>
                <a:srgbClr val="00CCFF"/>
              </a:solidFill>
              <a:latin typeface="Bosch Office Sans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5403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14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Robustness</a:t>
            </a:r>
          </a:p>
        </p:txBody>
      </p:sp>
      <p:sp>
        <p:nvSpPr>
          <p:cNvPr id="9" name="Textfeld 8"/>
          <p:cNvSpPr txBox="1"/>
          <p:nvPr>
            <p:custDataLst>
              <p:tags r:id="rId9"/>
            </p:custDataLst>
          </p:nvPr>
        </p:nvSpPr>
        <p:spPr>
          <a:xfrm>
            <a:off x="533400" y="4803346"/>
            <a:ext cx="4377791" cy="58477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IP67 test with water and </a:t>
            </a:r>
          </a:p>
          <a:p>
            <a:r>
              <a:rPr lang="en-US" sz="1600" dirty="0">
                <a:solidFill>
                  <a:srgbClr val="000000"/>
                </a:solidFill>
              </a:rPr>
              <a:t>additionally with Curtis S90</a:t>
            </a:r>
          </a:p>
        </p:txBody>
      </p:sp>
      <p:pic>
        <p:nvPicPr>
          <p:cNvPr id="10" name="Grafik 9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0" r="10003"/>
          <a:stretch/>
        </p:blipFill>
        <p:spPr>
          <a:xfrm>
            <a:off x="533399" y="1232635"/>
            <a:ext cx="4663381" cy="3573438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6"/>
          <a:stretch/>
        </p:blipFill>
        <p:spPr>
          <a:xfrm>
            <a:off x="5448808" y="1232635"/>
            <a:ext cx="4989067" cy="357343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835" y="3854584"/>
            <a:ext cx="1731040" cy="144000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>
            <p:custDataLst>
              <p:tags r:id="rId13"/>
            </p:custDataLst>
          </p:nvPr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2" r="2625"/>
          <a:stretch/>
        </p:blipFill>
        <p:spPr>
          <a:xfrm>
            <a:off x="3236899" y="3854584"/>
            <a:ext cx="1959881" cy="1440000"/>
          </a:xfrm>
          <a:prstGeom prst="rect">
            <a:avLst/>
          </a:prstGeom>
        </p:spPr>
      </p:pic>
      <p:sp>
        <p:nvSpPr>
          <p:cNvPr id="14" name="Textfeld 13"/>
          <p:cNvSpPr txBox="1"/>
          <p:nvPr>
            <p:custDataLst>
              <p:tags r:id="rId14"/>
            </p:custDataLst>
          </p:nvPr>
        </p:nvSpPr>
        <p:spPr>
          <a:xfrm>
            <a:off x="5448808" y="4803347"/>
            <a:ext cx="5184576" cy="58477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IP67 dust-testing and additionally</a:t>
            </a:r>
          </a:p>
          <a:p>
            <a:r>
              <a:rPr lang="en-US" sz="1600" dirty="0">
                <a:solidFill>
                  <a:srgbClr val="000000"/>
                </a:solidFill>
              </a:rPr>
              <a:t>800km in metal chip test drum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266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 dirty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</a:t>
            </a:r>
            <a:r>
              <a:rPr kumimoji="0" lang="de-DE" sz="2800" b="0" i="0" u="none" strike="noStrike" kern="0" cap="none" normalizeH="0" baseline="0" noProof="0" dirty="0" err="1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Measuring</a:t>
            </a:r>
            <a:r>
              <a:rPr kumimoji="0" lang="de-DE" sz="2800" b="0" i="0" u="none" strike="noStrike" kern="0" cap="none" normalizeH="0" baseline="0" noProof="0" dirty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System - IMS</a:t>
            </a: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15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Why IMS?</a:t>
            </a:r>
          </a:p>
        </p:txBody>
      </p:sp>
      <p:sp>
        <p:nvSpPr>
          <p:cNvPr id="32" name="Textfeld 31"/>
          <p:cNvSpPr txBox="1"/>
          <p:nvPr>
            <p:custDataLst>
              <p:tags r:id="rId9"/>
            </p:custDataLst>
          </p:nvPr>
        </p:nvSpPr>
        <p:spPr>
          <a:xfrm>
            <a:off x="294559" y="1266042"/>
            <a:ext cx="9908249" cy="1015278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noFill/>
          </a:ln>
        </p:spPr>
        <p:txBody>
          <a:bodyPr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99" dirty="0">
                <a:solidFill>
                  <a:srgbClr val="000000"/>
                </a:solidFill>
                <a:latin typeface="Bosch Office Sans" panose="020B0604020202020204" pitchFamily="34" charset="0"/>
              </a:rPr>
              <a:t>For every </a:t>
            </a:r>
            <a:r>
              <a:rPr lang="en-US" sz="1999" b="1" dirty="0">
                <a:solidFill>
                  <a:srgbClr val="000000"/>
                </a:solidFill>
                <a:latin typeface="Bosch Office Sans" panose="020B0604020202020204" pitchFamily="34" charset="0"/>
              </a:rPr>
              <a:t>positioning task </a:t>
            </a:r>
            <a:r>
              <a:rPr lang="en-US" sz="1999" dirty="0">
                <a:solidFill>
                  <a:srgbClr val="000000"/>
                </a:solidFill>
                <a:latin typeface="Bosch Office Sans" panose="020B0604020202020204" pitchFamily="34" charset="0"/>
              </a:rPr>
              <a:t>the axis drive </a:t>
            </a:r>
            <a:r>
              <a:rPr lang="en-US" sz="1999" b="1" dirty="0">
                <a:solidFill>
                  <a:srgbClr val="000000"/>
                </a:solidFill>
                <a:latin typeface="Bosch Office Sans" panose="020B0604020202020204" pitchFamily="34" charset="0"/>
              </a:rPr>
              <a:t>servomotor</a:t>
            </a:r>
            <a:r>
              <a:rPr lang="en-US" sz="1999" dirty="0">
                <a:solidFill>
                  <a:srgbClr val="000000"/>
                </a:solidFill>
                <a:latin typeface="Bosch Office Sans" panose="020B0604020202020204" pitchFamily="34" charset="0"/>
              </a:rPr>
              <a:t> needs an additional </a:t>
            </a:r>
            <a:r>
              <a:rPr lang="en-US" sz="1999" b="1" dirty="0">
                <a:solidFill>
                  <a:srgbClr val="000000"/>
                </a:solidFill>
                <a:latin typeface="Bosch Office Sans" panose="020B0604020202020204" pitchFamily="34" charset="0"/>
              </a:rPr>
              <a:t>encoder</a:t>
            </a:r>
            <a:r>
              <a:rPr lang="en-US" sz="1999" dirty="0">
                <a:solidFill>
                  <a:srgbClr val="000000"/>
                </a:solidFill>
                <a:latin typeface="Bosch Office Sans" panose="020B0604020202020204" pitchFamily="34" charset="0"/>
              </a:rPr>
              <a:t>, which provides the actual position for the </a:t>
            </a:r>
            <a:r>
              <a:rPr lang="en-US" sz="1999" b="1" dirty="0">
                <a:solidFill>
                  <a:srgbClr val="000000"/>
                </a:solidFill>
                <a:latin typeface="Bosch Office Sans" panose="020B0604020202020204" pitchFamily="34" charset="0"/>
              </a:rPr>
              <a:t>drive control system</a:t>
            </a:r>
            <a:r>
              <a:rPr lang="en-US" sz="1999" dirty="0">
                <a:solidFill>
                  <a:srgbClr val="000000"/>
                </a:solidFill>
                <a:latin typeface="Bosch Office Sans" panose="020B0604020202020204" pitchFamily="34" charset="0"/>
              </a:rPr>
              <a:t>.</a:t>
            </a:r>
          </a:p>
        </p:txBody>
      </p:sp>
      <p:pic>
        <p:nvPicPr>
          <p:cNvPr id="34" name="Picture 4" descr="http://www.e-driveonline.com/main/wp-content/uploads/2013/05/Rexroth-IndraDriveCs-Advanced1015257.gif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9240" y="2891772"/>
            <a:ext cx="1252683" cy="235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Abgerundetes Rechteck 34"/>
          <p:cNvSpPr/>
          <p:nvPr>
            <p:custDataLst>
              <p:tags r:id="rId11"/>
            </p:custDataLst>
          </p:nvPr>
        </p:nvSpPr>
        <p:spPr>
          <a:xfrm>
            <a:off x="7223529" y="2689351"/>
            <a:ext cx="1947664" cy="538040"/>
          </a:xfrm>
          <a:prstGeom prst="round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/>
          <a:p>
            <a:pPr algn="ctr"/>
            <a:r>
              <a:rPr sz="1799" dirty="0">
                <a:solidFill>
                  <a:srgbClr val="FFFFFF"/>
                </a:solidFill>
              </a:rPr>
              <a:t>Servomotor</a:t>
            </a:r>
          </a:p>
        </p:txBody>
      </p:sp>
      <p:sp>
        <p:nvSpPr>
          <p:cNvPr id="36" name="Abgerundetes Rechteck 35"/>
          <p:cNvSpPr/>
          <p:nvPr>
            <p:custDataLst>
              <p:tags r:id="rId12"/>
            </p:custDataLst>
          </p:nvPr>
        </p:nvSpPr>
        <p:spPr>
          <a:xfrm>
            <a:off x="7223529" y="4609330"/>
            <a:ext cx="3488789" cy="579494"/>
          </a:xfrm>
          <a:prstGeom prst="round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/>
          <a:p>
            <a:pPr algn="ctr"/>
            <a:r>
              <a:rPr lang="en-US" sz="1799" dirty="0">
                <a:solidFill>
                  <a:srgbClr val="FFFFFF"/>
                </a:solidFill>
              </a:rPr>
              <a:t>Encoder / Measuring System</a:t>
            </a:r>
          </a:p>
        </p:txBody>
      </p:sp>
      <p:cxnSp>
        <p:nvCxnSpPr>
          <p:cNvPr id="37" name="Gerade Verbindung mit Pfeil 36"/>
          <p:cNvCxnSpPr/>
          <p:nvPr>
            <p:custDataLst>
              <p:tags r:id="rId13"/>
            </p:custDataLst>
          </p:nvPr>
        </p:nvCxnSpPr>
        <p:spPr>
          <a:xfrm flipV="1">
            <a:off x="4337899" y="3452809"/>
            <a:ext cx="912766" cy="425165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/>
          <p:cNvCxnSpPr/>
          <p:nvPr>
            <p:custDataLst>
              <p:tags r:id="rId14"/>
            </p:custDataLst>
          </p:nvPr>
        </p:nvCxnSpPr>
        <p:spPr>
          <a:xfrm flipH="1">
            <a:off x="6298832" y="3665391"/>
            <a:ext cx="20346" cy="463429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/>
          <p:cNvCxnSpPr/>
          <p:nvPr>
            <p:custDataLst>
              <p:tags r:id="rId15"/>
            </p:custDataLst>
          </p:nvPr>
        </p:nvCxnSpPr>
        <p:spPr>
          <a:xfrm flipH="1" flipV="1">
            <a:off x="4305443" y="4202410"/>
            <a:ext cx="1052025" cy="526078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" name="Grafik 3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365311" y="2462987"/>
            <a:ext cx="1497510" cy="129048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623322" y="4314956"/>
            <a:ext cx="1235853" cy="930468"/>
          </a:xfrm>
          <a:prstGeom prst="rect">
            <a:avLst/>
          </a:prstGeom>
        </p:spPr>
      </p:pic>
      <p:sp>
        <p:nvSpPr>
          <p:cNvPr id="41" name="Abgerundetes Rechteck 40"/>
          <p:cNvSpPr/>
          <p:nvPr>
            <p:custDataLst>
              <p:tags r:id="rId18"/>
            </p:custDataLst>
          </p:nvPr>
        </p:nvSpPr>
        <p:spPr>
          <a:xfrm>
            <a:off x="381664" y="3689835"/>
            <a:ext cx="2409588" cy="579494"/>
          </a:xfrm>
          <a:prstGeom prst="round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Autofit/>
          </a:bodyPr>
          <a:lstStyle/>
          <a:p>
            <a:pPr algn="ctr"/>
            <a:r>
              <a:rPr sz="1799" dirty="0">
                <a:solidFill>
                  <a:srgbClr val="FFFFFF"/>
                </a:solidFill>
              </a:rPr>
              <a:t>Drive Control System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6607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33" name="Picture 6_" descr="https://dc-de.resource.bosch.com/media/general_use/products/linear_motion_1/screw_assemblies/17426_Standard_734_202px_w734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10950" y="2240448"/>
            <a:ext cx="1393184" cy="746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16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Why IMS?</a:t>
            </a:r>
          </a:p>
        </p:txBody>
      </p:sp>
      <p:sp>
        <p:nvSpPr>
          <p:cNvPr id="16" name="Ellipse 15"/>
          <p:cNvSpPr/>
          <p:nvPr>
            <p:custDataLst>
              <p:tags r:id="rId10"/>
            </p:custDataLst>
          </p:nvPr>
        </p:nvSpPr>
        <p:spPr>
          <a:xfrm>
            <a:off x="2066508" y="2525251"/>
            <a:ext cx="214313" cy="191640"/>
          </a:xfrm>
          <a:prstGeom prst="ellipse">
            <a:avLst/>
          </a:prstGeom>
          <a:solidFill>
            <a:srgbClr val="FFFFFF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sz="1799">
              <a:solidFill>
                <a:srgbClr val="FFFFFF"/>
              </a:solidFill>
            </a:endParaRPr>
          </a:p>
        </p:txBody>
      </p:sp>
      <p:cxnSp>
        <p:nvCxnSpPr>
          <p:cNvPr id="17" name="Gerade Verbindung mit Pfeil 16"/>
          <p:cNvCxnSpPr/>
          <p:nvPr>
            <p:custDataLst>
              <p:tags r:id="rId11"/>
            </p:custDataLst>
          </p:nvPr>
        </p:nvCxnSpPr>
        <p:spPr>
          <a:xfrm>
            <a:off x="2066508" y="2525417"/>
            <a:ext cx="0" cy="95654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>
            <p:custDataLst>
              <p:tags r:id="rId12"/>
            </p:custDataLst>
          </p:nvPr>
        </p:nvCxnSpPr>
        <p:spPr>
          <a:xfrm flipV="1">
            <a:off x="2280820" y="2621070"/>
            <a:ext cx="894521" cy="1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/>
          <p:nvPr>
            <p:custDataLst>
              <p:tags r:id="rId13"/>
            </p:custDataLst>
          </p:nvPr>
        </p:nvCxnSpPr>
        <p:spPr>
          <a:xfrm flipV="1">
            <a:off x="4109003" y="2645938"/>
            <a:ext cx="303931" cy="352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>
            <p:custDataLst>
              <p:tags r:id="rId14"/>
            </p:custDataLst>
          </p:nvPr>
        </p:nvCxnSpPr>
        <p:spPr>
          <a:xfrm flipV="1">
            <a:off x="7583400" y="2620719"/>
            <a:ext cx="813959" cy="992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1" name="Picture 4" descr="http://www.e-driveonline.com/main/wp-content/uploads/2013/05/Rexroth-IndraDriveCs-Advanced1015257.gif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1284" y="1840344"/>
            <a:ext cx="838336" cy="157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Gerade Verbindung mit Pfeil 39"/>
          <p:cNvCxnSpPr/>
          <p:nvPr>
            <p:custDataLst>
              <p:tags r:id="rId16"/>
            </p:custDataLst>
          </p:nvPr>
        </p:nvCxnSpPr>
        <p:spPr>
          <a:xfrm flipV="1">
            <a:off x="6107020" y="2620717"/>
            <a:ext cx="303931" cy="352"/>
          </a:xfrm>
          <a:prstGeom prst="straightConnector1">
            <a:avLst/>
          </a:prstGeom>
          <a:ln>
            <a:solidFill>
              <a:srgbClr val="26446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>
            <p:custDataLst>
              <p:tags r:id="rId17"/>
            </p:custDataLst>
          </p:nvPr>
        </p:nvSpPr>
        <p:spPr>
          <a:xfrm>
            <a:off x="8184397" y="1871172"/>
            <a:ext cx="1111285" cy="57220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89475" tIns="44738" rIns="89475" bIns="44738" rtlCol="0">
            <a:noAutofit/>
          </a:bodyPr>
          <a:lstStyle/>
          <a:p>
            <a:r>
              <a:rPr lang="en-US" sz="1566" dirty="0">
                <a:solidFill>
                  <a:srgbClr val="000000"/>
                </a:solidFill>
              </a:rPr>
              <a:t>Current Position</a:t>
            </a:r>
          </a:p>
        </p:txBody>
      </p:sp>
      <p:pic>
        <p:nvPicPr>
          <p:cNvPr id="42" name="Picture 8" descr="https://dc-corp.resource.bosch.com/media/general_use/products/linear_motion_1/linear_motion_systems/images_20/17291_Ball_Rail_Tables_734_200px_w734.jpg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 rotWithShape="1">
          <a:blip r:embed="rId3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227650" y="2187124"/>
            <a:ext cx="2422377" cy="136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Grafik 4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4539219" y="1989343"/>
            <a:ext cx="1433842" cy="1235615"/>
          </a:xfrm>
          <a:prstGeom prst="rect">
            <a:avLst/>
          </a:prstGeom>
        </p:spPr>
      </p:pic>
      <p:cxnSp>
        <p:nvCxnSpPr>
          <p:cNvPr id="44" name="Gerade Verbindung mit Pfeil 43"/>
          <p:cNvCxnSpPr/>
          <p:nvPr>
            <p:custDataLst>
              <p:tags r:id="rId20"/>
            </p:custDataLst>
          </p:nvPr>
        </p:nvCxnSpPr>
        <p:spPr>
          <a:xfrm flipV="1">
            <a:off x="9477951" y="1988077"/>
            <a:ext cx="587711" cy="380270"/>
          </a:xfrm>
          <a:prstGeom prst="straightConnector1">
            <a:avLst/>
          </a:prstGeom>
          <a:ln>
            <a:solidFill>
              <a:srgbClr val="26446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feld 46"/>
          <p:cNvSpPr txBox="1"/>
          <p:nvPr>
            <p:custDataLst>
              <p:tags r:id="rId21"/>
            </p:custDataLst>
          </p:nvPr>
        </p:nvSpPr>
        <p:spPr>
          <a:xfrm>
            <a:off x="251123" y="2320039"/>
            <a:ext cx="1126836" cy="57220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89475" tIns="44738" rIns="89475" bIns="44738" rtlCol="0">
            <a:noAutofit/>
          </a:bodyPr>
          <a:lstStyle/>
          <a:p>
            <a:pPr algn="r"/>
            <a:r>
              <a:rPr lang="en-US" sz="1566" dirty="0">
                <a:solidFill>
                  <a:srgbClr val="000000"/>
                </a:solidFill>
              </a:rPr>
              <a:t>Required Position</a:t>
            </a:r>
          </a:p>
        </p:txBody>
      </p:sp>
      <p:sp>
        <p:nvSpPr>
          <p:cNvPr id="48" name="Textfeld 47"/>
          <p:cNvSpPr txBox="1"/>
          <p:nvPr>
            <p:custDataLst>
              <p:tags r:id="rId22"/>
            </p:custDataLst>
          </p:nvPr>
        </p:nvSpPr>
        <p:spPr>
          <a:xfrm>
            <a:off x="563930" y="1177613"/>
            <a:ext cx="3247517" cy="38109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88066" tIns="45794" rIns="88066" bIns="45794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957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Semi-Closed Loop Control </a:t>
            </a:r>
          </a:p>
        </p:txBody>
      </p:sp>
      <p:sp>
        <p:nvSpPr>
          <p:cNvPr id="10" name="Rechteck 9"/>
          <p:cNvSpPr/>
          <p:nvPr>
            <p:custDataLst>
              <p:tags r:id="rId23"/>
            </p:custDataLst>
          </p:nvPr>
        </p:nvSpPr>
        <p:spPr>
          <a:xfrm>
            <a:off x="6542814" y="5194324"/>
            <a:ext cx="4109807" cy="27104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89475" tIns="44738" rIns="89475" bIns="44738">
            <a:noAutofit/>
          </a:bodyPr>
          <a:lstStyle/>
          <a:p>
            <a:r>
              <a:rPr lang="de-DE" sz="1174" dirty="0">
                <a:solidFill>
                  <a:srgbClr val="000000"/>
                </a:solidFill>
              </a:rPr>
              <a:t>Heidenhain-TV on YouTube: </a:t>
            </a:r>
            <a:r>
              <a:rPr lang="de-DE" sz="1174" dirty="0">
                <a:solidFill>
                  <a:srgbClr val="000000"/>
                </a:solidFill>
                <a:hlinkClick r:id="rId40"/>
              </a:rPr>
              <a:t>https://youtu.be/IZxeJ6sPaOw</a:t>
            </a:r>
            <a:endParaRPr lang="de-DE" sz="1174" dirty="0">
              <a:solidFill>
                <a:srgbClr val="000000"/>
              </a:solidFill>
            </a:endParaRPr>
          </a:p>
        </p:txBody>
      </p:sp>
      <p:sp>
        <p:nvSpPr>
          <p:cNvPr id="50" name="Textfeld 49"/>
          <p:cNvSpPr txBox="1"/>
          <p:nvPr>
            <p:custDataLst>
              <p:tags r:id="rId24"/>
            </p:custDataLst>
          </p:nvPr>
        </p:nvSpPr>
        <p:spPr>
          <a:xfrm>
            <a:off x="5310618" y="2994887"/>
            <a:ext cx="2464389" cy="301163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89475" tIns="44738" rIns="89475" bIns="44738" rtlCol="0">
            <a:noAutofit/>
          </a:bodyPr>
          <a:lstStyle/>
          <a:p>
            <a:pPr algn="r"/>
            <a:r>
              <a:rPr lang="en-US" sz="1370" dirty="0">
                <a:solidFill>
                  <a:srgbClr val="000000"/>
                </a:solidFill>
              </a:rPr>
              <a:t>Indirectly Measured Position</a:t>
            </a:r>
          </a:p>
        </p:txBody>
      </p:sp>
      <p:grpSp>
        <p:nvGrpSpPr>
          <p:cNvPr id="13" name="Gruppieren 12"/>
          <p:cNvGrpSpPr/>
          <p:nvPr/>
        </p:nvGrpSpPr>
        <p:grpSpPr>
          <a:xfrm>
            <a:off x="676141" y="1177614"/>
            <a:ext cx="7201843" cy="3808321"/>
            <a:chOff x="561200" y="1203474"/>
            <a:chExt cx="7360000" cy="3891954"/>
          </a:xfrm>
        </p:grpSpPr>
        <p:grpSp>
          <p:nvGrpSpPr>
            <p:cNvPr id="9" name="Gruppieren 8"/>
            <p:cNvGrpSpPr/>
            <p:nvPr/>
          </p:nvGrpSpPr>
          <p:grpSpPr>
            <a:xfrm>
              <a:off x="561200" y="2622190"/>
              <a:ext cx="7360000" cy="2473238"/>
              <a:chOff x="561200" y="2622190"/>
              <a:chExt cx="7360000" cy="2473238"/>
            </a:xfrm>
          </p:grpSpPr>
          <p:cxnSp>
            <p:nvCxnSpPr>
              <p:cNvPr id="18" name="Gerade Verbindung mit Pfeil 17"/>
              <p:cNvCxnSpPr/>
              <p:nvPr>
                <p:custDataLst>
                  <p:tags r:id="rId26"/>
                </p:custDataLst>
              </p:nvPr>
            </p:nvCxnSpPr>
            <p:spPr>
              <a:xfrm flipV="1">
                <a:off x="2084617" y="2794882"/>
                <a:ext cx="5108" cy="1624166"/>
              </a:xfrm>
              <a:prstGeom prst="straightConnector1">
                <a:avLst/>
              </a:prstGeom>
              <a:ln>
                <a:solidFill>
                  <a:srgbClr val="264461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 Verbindung mit Pfeil 21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7921200" y="2686832"/>
                <a:ext cx="0" cy="1732216"/>
              </a:xfrm>
              <a:prstGeom prst="straightConnector1">
                <a:avLst/>
              </a:prstGeom>
              <a:ln>
                <a:solidFill>
                  <a:srgbClr val="264461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 Verbindung mit Pfeil 22"/>
              <p:cNvCxnSpPr/>
              <p:nvPr>
                <p:custDataLst>
                  <p:tags r:id="rId28"/>
                </p:custDataLst>
              </p:nvPr>
            </p:nvCxnSpPr>
            <p:spPr>
              <a:xfrm flipH="1" flipV="1">
                <a:off x="5477943" y="4419049"/>
                <a:ext cx="2443257" cy="3044"/>
              </a:xfrm>
              <a:prstGeom prst="straightConnector1">
                <a:avLst/>
              </a:prstGeom>
              <a:ln>
                <a:solidFill>
                  <a:srgbClr val="264461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 Verbindung mit Pfeil 23"/>
              <p:cNvCxnSpPr/>
              <p:nvPr>
                <p:custDataLst>
                  <p:tags r:id="rId29"/>
                </p:custDataLst>
              </p:nvPr>
            </p:nvCxnSpPr>
            <p:spPr>
              <a:xfrm flipH="1" flipV="1">
                <a:off x="2076750" y="4414252"/>
                <a:ext cx="1323996" cy="4796"/>
              </a:xfrm>
              <a:prstGeom prst="straightConnector1">
                <a:avLst/>
              </a:prstGeom>
              <a:ln>
                <a:solidFill>
                  <a:srgbClr val="264461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feld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97593" y="2622190"/>
                <a:ext cx="251330" cy="523085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square" rtlCol="0">
                <a:spAutoFit/>
              </a:bodyPr>
              <a:lstStyle/>
              <a:p>
                <a:r>
                  <a:rPr lang="de-DE" sz="2799" dirty="0">
                    <a:solidFill>
                      <a:srgbClr val="000000"/>
                    </a:solidFill>
                  </a:rPr>
                  <a:t>-</a:t>
                </a:r>
              </a:p>
            </p:txBody>
          </p:sp>
          <p:pic>
            <p:nvPicPr>
              <p:cNvPr id="29" name="Grafik 28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 rotWithShape="1">
              <a:blip r:embed="rId4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1372" t="28740" r="51369" b="14522"/>
              <a:stretch/>
            </p:blipFill>
            <p:spPr>
              <a:xfrm>
                <a:off x="3634403" y="3839105"/>
                <a:ext cx="1376782" cy="1256323"/>
              </a:xfrm>
              <a:prstGeom prst="rect">
                <a:avLst/>
              </a:prstGeom>
            </p:spPr>
          </p:pic>
          <p:sp>
            <p:nvSpPr>
              <p:cNvPr id="30" name="Textfeld 29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561200" y="3173860"/>
                <a:ext cx="1471326" cy="584775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600" dirty="0">
                    <a:solidFill>
                      <a:srgbClr val="000000"/>
                    </a:solidFill>
                  </a:rPr>
                  <a:t>Measured Position</a:t>
                </a:r>
              </a:p>
            </p:txBody>
          </p:sp>
          <p:sp>
            <p:nvSpPr>
              <p:cNvPr id="49" name="Textfeld 48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011185" y="4620016"/>
                <a:ext cx="2307261" cy="307777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rgbClr val="000000"/>
                    </a:solidFill>
                  </a:rPr>
                  <a:t>Directly Measured Position</a:t>
                </a:r>
              </a:p>
            </p:txBody>
          </p:sp>
        </p:grpSp>
        <p:sp>
          <p:nvSpPr>
            <p:cNvPr id="12" name="Rechteck 11"/>
            <p:cNvSpPr/>
            <p:nvPr>
              <p:custDataLst>
                <p:tags r:id="rId25"/>
              </p:custDataLst>
            </p:nvPr>
          </p:nvSpPr>
          <p:spPr>
            <a:xfrm>
              <a:off x="4069450" y="1203474"/>
              <a:ext cx="3517310" cy="400110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>
              <a:spAutoFit/>
            </a:bodyPr>
            <a:lstStyle/>
            <a:p>
              <a:r>
                <a:rPr lang="en-US" sz="2000" kern="0" dirty="0">
                  <a:solidFill>
                    <a:srgbClr val="000000"/>
                  </a:solidFill>
                  <a:ea typeface="Bosch Office Sans" panose="020B0604020202020204" pitchFamily="34" charset="-128"/>
                  <a:cs typeface="Arial" pitchFamily="34" charset="0"/>
                </a:rPr>
                <a:t>&lt;-&gt;	 Closed Loop Control</a:t>
              </a:r>
              <a:endParaRPr lang="de-DE" sz="2000" dirty="0">
                <a:solidFill>
                  <a:srgbClr val="000000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350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17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 dirty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Why IMS?</a:t>
            </a:r>
          </a:p>
        </p:txBody>
      </p:sp>
      <p:sp>
        <p:nvSpPr>
          <p:cNvPr id="13" name="Textfeld 12"/>
          <p:cNvSpPr txBox="1"/>
          <p:nvPr>
            <p:custDataLst>
              <p:tags r:id="rId9"/>
            </p:custDataLst>
          </p:nvPr>
        </p:nvSpPr>
        <p:spPr>
          <a:xfrm>
            <a:off x="4620838" y="1274109"/>
            <a:ext cx="2922307" cy="128204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0000" tIns="46800" rIns="90000" bIns="4680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4" name="Textfeld 13"/>
          <p:cNvSpPr txBox="1"/>
          <p:nvPr>
            <p:custDataLst>
              <p:tags r:id="rId10"/>
            </p:custDataLst>
          </p:nvPr>
        </p:nvSpPr>
        <p:spPr>
          <a:xfrm>
            <a:off x="306265" y="1521936"/>
            <a:ext cx="2232000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sz="1600" b="1" i="1" noProof="0" dirty="0">
                <a:solidFill>
                  <a:srgbClr val="000000"/>
                </a:solidFill>
              </a:rPr>
              <a:t>Absolute</a:t>
            </a:r>
            <a:r>
              <a:rPr lang="en-US" sz="1600" noProof="0" dirty="0">
                <a:solidFill>
                  <a:srgbClr val="000000"/>
                </a:solidFill>
              </a:rPr>
              <a:t> measuring system</a:t>
            </a:r>
            <a:endParaRPr lang="en-US" sz="1600" baseline="0" noProof="0" dirty="0">
              <a:solidFill>
                <a:srgbClr val="000000"/>
              </a:solidFill>
            </a:endParaRPr>
          </a:p>
        </p:txBody>
      </p:sp>
      <p:sp>
        <p:nvSpPr>
          <p:cNvPr id="15" name="Textfeld 14"/>
          <p:cNvSpPr txBox="1"/>
          <p:nvPr>
            <p:custDataLst>
              <p:tags r:id="rId11"/>
            </p:custDataLst>
          </p:nvPr>
        </p:nvSpPr>
        <p:spPr>
          <a:xfrm>
            <a:off x="4935367" y="1085559"/>
            <a:ext cx="2922307" cy="128204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0000" tIns="46800" rIns="90000" bIns="4680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6" name="Textfeld 15"/>
          <p:cNvSpPr txBox="1"/>
          <p:nvPr>
            <p:custDataLst>
              <p:tags r:id="rId12"/>
            </p:custDataLst>
          </p:nvPr>
        </p:nvSpPr>
        <p:spPr>
          <a:xfrm>
            <a:off x="2794787" y="1521936"/>
            <a:ext cx="3950181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en-US" sz="1400" baseline="0" noProof="0" dirty="0">
                <a:solidFill>
                  <a:srgbClr val="000000"/>
                </a:solidFill>
              </a:rPr>
              <a:t> absolute position information immediately   after system power on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sz="1400" baseline="0" noProof="0" dirty="0">
                <a:solidFill>
                  <a:srgbClr val="000000"/>
                </a:solidFill>
              </a:rPr>
              <a:t> no battery required compared to competition</a:t>
            </a:r>
          </a:p>
        </p:txBody>
      </p:sp>
      <p:sp>
        <p:nvSpPr>
          <p:cNvPr id="17" name="Textfeld 16"/>
          <p:cNvSpPr txBox="1"/>
          <p:nvPr>
            <p:custDataLst>
              <p:tags r:id="rId13"/>
            </p:custDataLst>
          </p:nvPr>
        </p:nvSpPr>
        <p:spPr>
          <a:xfrm>
            <a:off x="7001491" y="1522123"/>
            <a:ext cx="3709601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r>
              <a:rPr lang="en-US" sz="1400" noProof="0" dirty="0">
                <a:solidFill>
                  <a:srgbClr val="000000"/>
                </a:solidFill>
              </a:rPr>
              <a:t>Power up without referencing</a:t>
            </a:r>
            <a:r>
              <a:rPr lang="en-US" sz="1400" baseline="0" noProof="0" dirty="0">
                <a:solidFill>
                  <a:srgbClr val="000000"/>
                </a:solidFill>
              </a:rPr>
              <a:t> movement minimizes machine run-up time and prevents damages to the tool and work piece</a:t>
            </a:r>
          </a:p>
        </p:txBody>
      </p:sp>
      <p:sp>
        <p:nvSpPr>
          <p:cNvPr id="18" name="Textfeld 17"/>
          <p:cNvSpPr txBox="1"/>
          <p:nvPr>
            <p:custDataLst>
              <p:tags r:id="rId14"/>
            </p:custDataLst>
          </p:nvPr>
        </p:nvSpPr>
        <p:spPr>
          <a:xfrm>
            <a:off x="306263" y="2507178"/>
            <a:ext cx="2232000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sz="1600" b="1" i="1" noProof="0" dirty="0">
                <a:solidFill>
                  <a:srgbClr val="000000"/>
                </a:solidFill>
              </a:rPr>
              <a:t>Inductive</a:t>
            </a:r>
            <a:r>
              <a:rPr lang="en-US" sz="1600" noProof="0" dirty="0">
                <a:solidFill>
                  <a:srgbClr val="000000"/>
                </a:solidFill>
              </a:rPr>
              <a:t> measuring principle</a:t>
            </a:r>
            <a:endParaRPr lang="en-US" sz="1600" baseline="0" noProof="0" dirty="0">
              <a:solidFill>
                <a:srgbClr val="000000"/>
              </a:solidFill>
            </a:endParaRPr>
          </a:p>
        </p:txBody>
      </p:sp>
      <p:sp>
        <p:nvSpPr>
          <p:cNvPr id="20" name="Textfeld 19"/>
          <p:cNvSpPr txBox="1"/>
          <p:nvPr>
            <p:custDataLst>
              <p:tags r:id="rId15"/>
            </p:custDataLst>
          </p:nvPr>
        </p:nvSpPr>
        <p:spPr>
          <a:xfrm>
            <a:off x="306264" y="3492420"/>
            <a:ext cx="2232000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sz="1600" b="1" i="1" noProof="0" dirty="0">
                <a:solidFill>
                  <a:srgbClr val="000000"/>
                </a:solidFill>
              </a:rPr>
              <a:t>Highly</a:t>
            </a:r>
            <a:r>
              <a:rPr lang="en-US" sz="1600" noProof="0" dirty="0">
                <a:solidFill>
                  <a:srgbClr val="000000"/>
                </a:solidFill>
              </a:rPr>
              <a:t> </a:t>
            </a:r>
            <a:r>
              <a:rPr lang="en-US" sz="1600" b="1" i="1" noProof="0" dirty="0">
                <a:solidFill>
                  <a:srgbClr val="000000"/>
                </a:solidFill>
              </a:rPr>
              <a:t>precise</a:t>
            </a:r>
            <a:r>
              <a:rPr lang="en-US" sz="1600" noProof="0" dirty="0">
                <a:solidFill>
                  <a:srgbClr val="000000"/>
                </a:solidFill>
              </a:rPr>
              <a:t> position </a:t>
            </a:r>
            <a:r>
              <a:rPr lang="en-US" sz="1600" b="1" i="1" noProof="0" dirty="0">
                <a:solidFill>
                  <a:srgbClr val="000000"/>
                </a:solidFill>
              </a:rPr>
              <a:t>resolution </a:t>
            </a:r>
            <a:r>
              <a:rPr lang="en-US" sz="1600" noProof="0" dirty="0">
                <a:solidFill>
                  <a:srgbClr val="000000"/>
                </a:solidFill>
              </a:rPr>
              <a:t>and </a:t>
            </a:r>
            <a:r>
              <a:rPr lang="en-US" sz="1600" b="1" i="1" noProof="0" dirty="0">
                <a:solidFill>
                  <a:srgbClr val="000000"/>
                </a:solidFill>
              </a:rPr>
              <a:t>repeatability</a:t>
            </a:r>
            <a:endParaRPr lang="en-US" sz="1600" b="1" i="1" baseline="0" noProof="0" dirty="0">
              <a:solidFill>
                <a:srgbClr val="000000"/>
              </a:solidFill>
            </a:endParaRPr>
          </a:p>
        </p:txBody>
      </p:sp>
      <p:sp>
        <p:nvSpPr>
          <p:cNvPr id="21" name="Textfeld 20"/>
          <p:cNvSpPr txBox="1"/>
          <p:nvPr>
            <p:custDataLst>
              <p:tags r:id="rId16"/>
            </p:custDataLst>
          </p:nvPr>
        </p:nvSpPr>
        <p:spPr>
          <a:xfrm>
            <a:off x="306265" y="4477662"/>
            <a:ext cx="2232000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sz="1600" b="1" i="1" noProof="0" dirty="0">
                <a:solidFill>
                  <a:srgbClr val="000000"/>
                </a:solidFill>
              </a:rPr>
              <a:t>Complete integration</a:t>
            </a:r>
            <a:r>
              <a:rPr lang="en-US" sz="1600" noProof="0" dirty="0">
                <a:solidFill>
                  <a:srgbClr val="000000"/>
                </a:solidFill>
              </a:rPr>
              <a:t> into linear guide</a:t>
            </a:r>
            <a:endParaRPr lang="en-US" sz="1600" baseline="0" noProof="0" dirty="0">
              <a:solidFill>
                <a:srgbClr val="000000"/>
              </a:solidFill>
            </a:endParaRPr>
          </a:p>
        </p:txBody>
      </p:sp>
      <p:sp>
        <p:nvSpPr>
          <p:cNvPr id="23" name="Textfeld 22"/>
          <p:cNvSpPr txBox="1"/>
          <p:nvPr>
            <p:custDataLst>
              <p:tags r:id="rId17"/>
            </p:custDataLst>
          </p:nvPr>
        </p:nvSpPr>
        <p:spPr>
          <a:xfrm>
            <a:off x="2789532" y="2507178"/>
            <a:ext cx="3950181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wear- and maintenance-free</a:t>
            </a:r>
          </a:p>
          <a:p>
            <a:pPr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not sensitive to dirt and vibrations</a:t>
            </a:r>
          </a:p>
          <a:p>
            <a:pPr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not sensitive to EMC interference</a:t>
            </a:r>
          </a:p>
          <a:p>
            <a:pPr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no magnetic components</a:t>
            </a:r>
          </a:p>
        </p:txBody>
      </p:sp>
      <p:sp>
        <p:nvSpPr>
          <p:cNvPr id="24" name="Textfeld 23"/>
          <p:cNvSpPr txBox="1"/>
          <p:nvPr>
            <p:custDataLst>
              <p:tags r:id="rId18"/>
            </p:custDataLst>
          </p:nvPr>
        </p:nvSpPr>
        <p:spPr>
          <a:xfrm>
            <a:off x="2789532" y="3492420"/>
            <a:ext cx="3950182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noProof="0" dirty="0">
                <a:solidFill>
                  <a:srgbClr val="000000"/>
                </a:solidFill>
              </a:rPr>
              <a:t>exact positioning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noProof="0" dirty="0">
                <a:solidFill>
                  <a:srgbClr val="000000"/>
                </a:solidFill>
              </a:rPr>
              <a:t>excellent control loop dynamics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noProof="0" dirty="0">
                <a:solidFill>
                  <a:srgbClr val="000000"/>
                </a:solidFill>
              </a:rPr>
              <a:t>very low path deviation</a:t>
            </a:r>
          </a:p>
        </p:txBody>
      </p:sp>
      <p:sp>
        <p:nvSpPr>
          <p:cNvPr id="25" name="Textfeld 24"/>
          <p:cNvSpPr txBox="1"/>
          <p:nvPr>
            <p:custDataLst>
              <p:tags r:id="rId19"/>
            </p:custDataLst>
          </p:nvPr>
        </p:nvSpPr>
        <p:spPr>
          <a:xfrm>
            <a:off x="2794787" y="4477662"/>
            <a:ext cx="3950182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indent="-85725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 minimum assembly time</a:t>
            </a:r>
          </a:p>
          <a:p>
            <a:pPr indent="-85725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 no adjustments for measuring system</a:t>
            </a:r>
          </a:p>
          <a:p>
            <a:pPr indent="-85725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 very good protection against damage</a:t>
            </a:r>
          </a:p>
          <a:p>
            <a:pPr indent="-85725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 high robustness and stiffness</a:t>
            </a:r>
          </a:p>
        </p:txBody>
      </p:sp>
      <p:sp>
        <p:nvSpPr>
          <p:cNvPr id="26" name="Textfeld 25"/>
          <p:cNvSpPr txBox="1"/>
          <p:nvPr>
            <p:custDataLst>
              <p:tags r:id="rId20"/>
            </p:custDataLst>
          </p:nvPr>
        </p:nvSpPr>
        <p:spPr>
          <a:xfrm>
            <a:off x="6990983" y="2505870"/>
            <a:ext cx="3709601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High level of reliability and reduced</a:t>
            </a:r>
          </a:p>
          <a:p>
            <a:r>
              <a:rPr lang="en-US" sz="1400" dirty="0">
                <a:solidFill>
                  <a:srgbClr val="000000"/>
                </a:solidFill>
              </a:rPr>
              <a:t>downtimes of your machines</a:t>
            </a:r>
          </a:p>
        </p:txBody>
      </p:sp>
      <p:sp>
        <p:nvSpPr>
          <p:cNvPr id="27" name="Textfeld 26"/>
          <p:cNvSpPr txBox="1"/>
          <p:nvPr>
            <p:custDataLst>
              <p:tags r:id="rId21"/>
            </p:custDataLst>
          </p:nvPr>
        </p:nvSpPr>
        <p:spPr>
          <a:xfrm>
            <a:off x="6990982" y="3489617"/>
            <a:ext cx="3709601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Excellent machine accuracy</a:t>
            </a:r>
          </a:p>
          <a:p>
            <a:r>
              <a:rPr lang="en-US" sz="1400" dirty="0">
                <a:solidFill>
                  <a:srgbClr val="000000"/>
                </a:solidFill>
              </a:rPr>
              <a:t>Excellent work piece quality</a:t>
            </a:r>
          </a:p>
        </p:txBody>
      </p:sp>
      <p:sp>
        <p:nvSpPr>
          <p:cNvPr id="28" name="Textfeld 27"/>
          <p:cNvSpPr txBox="1"/>
          <p:nvPr>
            <p:custDataLst>
              <p:tags r:id="rId22"/>
            </p:custDataLst>
          </p:nvPr>
        </p:nvSpPr>
        <p:spPr>
          <a:xfrm>
            <a:off x="7001491" y="4473364"/>
            <a:ext cx="3709601" cy="936000"/>
          </a:xfrm>
          <a:prstGeom prst="rect">
            <a:avLst/>
          </a:prstGeom>
          <a:solidFill>
            <a:scrgbClr r="0" g="0" b="0">
              <a:alpha val="0"/>
            </a:scrgbClr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Cost advantage due to time savings in terms of design, assembly, commissioning and service</a:t>
            </a:r>
          </a:p>
        </p:txBody>
      </p:sp>
      <p:sp>
        <p:nvSpPr>
          <p:cNvPr id="29" name="Textfeld 28"/>
          <p:cNvSpPr txBox="1"/>
          <p:nvPr>
            <p:custDataLst>
              <p:tags r:id="rId23"/>
            </p:custDataLst>
          </p:nvPr>
        </p:nvSpPr>
        <p:spPr>
          <a:xfrm>
            <a:off x="306263" y="1057554"/>
            <a:ext cx="2232000" cy="348678"/>
          </a:xfrm>
          <a:prstGeom prst="rect">
            <a:avLst/>
          </a:prstGeom>
          <a:solidFill>
            <a:srgbClr val="5A7C91"/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Highlights:</a:t>
            </a:r>
            <a:endParaRPr lang="en-US" baseline="0" noProof="0" dirty="0">
              <a:solidFill>
                <a:srgbClr val="FFFFFF"/>
              </a:solidFill>
            </a:endParaRPr>
          </a:p>
        </p:txBody>
      </p:sp>
      <p:sp>
        <p:nvSpPr>
          <p:cNvPr id="30" name="Textfeld 29"/>
          <p:cNvSpPr txBox="1"/>
          <p:nvPr>
            <p:custDataLst>
              <p:tags r:id="rId24"/>
            </p:custDataLst>
          </p:nvPr>
        </p:nvSpPr>
        <p:spPr>
          <a:xfrm>
            <a:off x="2789532" y="1057554"/>
            <a:ext cx="3950181" cy="348678"/>
          </a:xfrm>
          <a:prstGeom prst="rect">
            <a:avLst/>
          </a:prstGeom>
          <a:solidFill>
            <a:srgbClr val="5A7C91"/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b="1" baseline="0" noProof="0" dirty="0">
                <a:solidFill>
                  <a:srgbClr val="FFFFFF"/>
                </a:solidFill>
              </a:rPr>
              <a:t>Advantages:</a:t>
            </a:r>
          </a:p>
        </p:txBody>
      </p:sp>
      <p:sp>
        <p:nvSpPr>
          <p:cNvPr id="31" name="Textfeld 30"/>
          <p:cNvSpPr txBox="1"/>
          <p:nvPr>
            <p:custDataLst>
              <p:tags r:id="rId25"/>
            </p:custDataLst>
          </p:nvPr>
        </p:nvSpPr>
        <p:spPr>
          <a:xfrm>
            <a:off x="7001491" y="1064324"/>
            <a:ext cx="3709601" cy="341907"/>
          </a:xfrm>
          <a:prstGeom prst="rect">
            <a:avLst/>
          </a:prstGeom>
          <a:solidFill>
            <a:srgbClr val="5A7C91"/>
          </a:solidFill>
          <a:ln>
            <a:solidFill>
              <a:srgbClr val="00CCFF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en-US" b="1" baseline="0" noProof="0" dirty="0">
                <a:solidFill>
                  <a:srgbClr val="FFFFFF"/>
                </a:solidFill>
              </a:rPr>
              <a:t>Your Benefits: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923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18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259080" y="259080"/>
            <a:ext cx="9872980" cy="520446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By mounting the linear guide, the linear encoder for position measurement is already installed.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4000">
              <a:solidFill>
                <a:srgbClr val="00CCFF"/>
              </a:solidFill>
              <a:latin typeface="Bosch Office Sans" pitchFamily="2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It is plug and play – no further measures are necessary!</a:t>
            </a:r>
            <a:endParaRPr lang="en-US" sz="4000" dirty="0">
              <a:solidFill>
                <a:srgbClr val="00CCFF"/>
              </a:solidFill>
              <a:latin typeface="Bosch Office Sans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1356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ln w="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839536">
              <a:lnSpc>
                <a:spcPct val="89000"/>
              </a:lnSpc>
            </a:pPr>
            <a:r>
              <a:rPr lang="en-US" sz="2800" dirty="0">
                <a:solidFill>
                  <a:srgbClr val="002B49"/>
                </a:solidFill>
              </a:rPr>
              <a:t>Integrated Measuring System - IMS</a:t>
            </a:r>
          </a:p>
        </p:txBody>
      </p:sp>
      <p:sp>
        <p:nvSpPr>
          <p:cNvPr id="14" name="Rechteck 13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echteck 8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19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extfeld 1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9308938"/>
              </p:ext>
            </p:extLst>
          </p:nvPr>
        </p:nvGraphicFramePr>
        <p:xfrm>
          <a:off x="1301610" y="1569000"/>
          <a:ext cx="7522065" cy="28792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7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2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15"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Scale Accuracy</a:t>
                      </a:r>
                      <a:endParaRPr lang="en-US" sz="1800" b="0" baseline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en-US" sz="1800" baseline="0" noProof="0" dirty="0"/>
                        <a:t>Up to ±3µm/m</a:t>
                      </a:r>
                      <a:endParaRPr lang="en-US" sz="1800" b="0" baseline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815">
                <a:tc>
                  <a:txBody>
                    <a:bodyPr/>
                    <a:lstStyle/>
                    <a:p>
                      <a:pPr marL="0" marR="0" lvl="0" indent="0" algn="l" defTabSz="82271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Repeatability</a:t>
                      </a:r>
                      <a:endParaRPr lang="en-US" sz="1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82271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aseline="0" noProof="0" dirty="0"/>
                        <a:t>± 0,25µm</a:t>
                      </a:r>
                      <a:endParaRPr lang="en-US" sz="1800" b="0" baseline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815">
                <a:tc>
                  <a:txBody>
                    <a:bodyPr/>
                    <a:lstStyle/>
                    <a:p>
                      <a:pPr marL="0" marR="0" lvl="0" indent="0" algn="l" defTabSz="82271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Interpolation Accuracy</a:t>
                      </a:r>
                      <a:endParaRPr lang="en-US" sz="18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82271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aseline="0" noProof="0" dirty="0"/>
                        <a:t>± 0,75µm</a:t>
                      </a:r>
                      <a:endParaRPr lang="en-US" sz="1800" b="0" baseline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815">
                <a:tc>
                  <a:txBody>
                    <a:bodyPr/>
                    <a:lstStyle/>
                    <a:p>
                      <a:pPr marL="0" marR="0" lvl="0" indent="0" algn="l" defTabSz="82271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noProof="0" dirty="0"/>
                        <a:t>Position Value Resolution</a:t>
                      </a:r>
                      <a:endParaRPr lang="en-US" sz="18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82271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aseline="0" noProof="0" dirty="0"/>
                        <a:t>Up to 0,025µm</a:t>
                      </a:r>
                      <a:endParaRPr lang="en-US" sz="1800" b="0" baseline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itel 14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Portfolio: Accuracies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2376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ln w="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839536">
              <a:lnSpc>
                <a:spcPct val="89000"/>
              </a:lnSpc>
            </a:pPr>
            <a:r>
              <a:rPr lang="en-US" sz="2800" dirty="0">
                <a:solidFill>
                  <a:srgbClr val="002B49"/>
                </a:solidFill>
              </a:rPr>
              <a:t>Integrated Measuring System - IMS</a:t>
            </a:r>
          </a:p>
        </p:txBody>
      </p:sp>
      <p:sp>
        <p:nvSpPr>
          <p:cNvPr id="14" name="Rechteck 13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echteck 8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20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extfeld 1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5" name="Titel 14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Portfolio: Interfaces IMS-A</a:t>
            </a:r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433826759"/>
              </p:ext>
            </p:extLst>
          </p:nvPr>
        </p:nvGraphicFramePr>
        <p:xfrm>
          <a:off x="453484" y="1321564"/>
          <a:ext cx="9829107" cy="40405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829107">
                  <a:extLst>
                    <a:ext uri="{9D8B030D-6E8A-4147-A177-3AD203B41FA5}">
                      <a16:colId xmlns:a16="http://schemas.microsoft.com/office/drawing/2014/main" val="3569713512"/>
                    </a:ext>
                  </a:extLst>
                </a:gridCol>
              </a:tblGrid>
              <a:tr h="1871726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67133827"/>
                  </a:ext>
                </a:extLst>
              </a:tr>
              <a:tr h="1151832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4262815078"/>
                  </a:ext>
                </a:extLst>
              </a:tr>
              <a:tr h="1017032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566638415"/>
                  </a:ext>
                </a:extLst>
              </a:tr>
            </a:tbl>
          </a:graphicData>
        </a:graphic>
      </p:graphicFrame>
      <p:pic>
        <p:nvPicPr>
          <p:cNvPr id="12" name="Grafik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2893191" y="1756937"/>
            <a:ext cx="1352487" cy="910566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26"/>
          <a:srcRect t="3016"/>
          <a:stretch/>
        </p:blipFill>
        <p:spPr>
          <a:xfrm>
            <a:off x="4009028" y="1764045"/>
            <a:ext cx="1332177" cy="911188"/>
          </a:xfrm>
          <a:prstGeom prst="rect">
            <a:avLst/>
          </a:prstGeom>
        </p:spPr>
      </p:pic>
      <p:sp>
        <p:nvSpPr>
          <p:cNvPr id="16" name="Textfeld 15"/>
          <p:cNvSpPr txBox="1"/>
          <p:nvPr>
            <p:custDataLst>
              <p:tags r:id="rId12"/>
            </p:custDataLst>
          </p:nvPr>
        </p:nvSpPr>
        <p:spPr>
          <a:xfrm>
            <a:off x="6204706" y="4689347"/>
            <a:ext cx="4211386" cy="52308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IP67 protection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Fits SIEMENS MOTION-CONNECT accessories</a:t>
            </a:r>
          </a:p>
        </p:txBody>
      </p:sp>
      <p:pic>
        <p:nvPicPr>
          <p:cNvPr id="17" name="Grafik 1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94" y="1573527"/>
            <a:ext cx="1071544" cy="539861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50" y="3498258"/>
            <a:ext cx="982183" cy="539861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7" y="4633140"/>
            <a:ext cx="535708" cy="539861"/>
          </a:xfrm>
          <a:prstGeom prst="rect">
            <a:avLst/>
          </a:prstGeom>
        </p:spPr>
      </p:pic>
      <p:sp>
        <p:nvSpPr>
          <p:cNvPr id="20" name="Textfeld 19"/>
          <p:cNvSpPr txBox="1"/>
          <p:nvPr>
            <p:custDataLst>
              <p:tags r:id="rId16"/>
            </p:custDataLst>
          </p:nvPr>
        </p:nvSpPr>
        <p:spPr>
          <a:xfrm>
            <a:off x="6204707" y="3507607"/>
            <a:ext cx="4211385" cy="52308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IP67 protection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Fits to standard FANUC connectors</a:t>
            </a:r>
          </a:p>
        </p:txBody>
      </p:sp>
      <p:pic>
        <p:nvPicPr>
          <p:cNvPr id="21" name="Grafik 2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18" y="2437401"/>
            <a:ext cx="1156846" cy="539861"/>
          </a:xfrm>
          <a:prstGeom prst="rect">
            <a:avLst/>
          </a:prstGeom>
        </p:spPr>
      </p:pic>
      <p:sp>
        <p:nvSpPr>
          <p:cNvPr id="22" name="Textfeld 21"/>
          <p:cNvSpPr txBox="1"/>
          <p:nvPr>
            <p:custDataLst>
              <p:tags r:id="rId18"/>
            </p:custDataLst>
          </p:nvPr>
        </p:nvSpPr>
        <p:spPr>
          <a:xfrm>
            <a:off x="3014609" y="2673060"/>
            <a:ext cx="2123690" cy="30769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M17 / 17-Pin</a:t>
            </a:r>
          </a:p>
        </p:txBody>
      </p:sp>
      <p:pic>
        <p:nvPicPr>
          <p:cNvPr id="23" name="Grafik 2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4992" y="4362163"/>
            <a:ext cx="1235975" cy="863778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7181" y="3212335"/>
            <a:ext cx="1281026" cy="899769"/>
          </a:xfrm>
          <a:prstGeom prst="rect">
            <a:avLst/>
          </a:prstGeom>
        </p:spPr>
      </p:pic>
      <p:sp>
        <p:nvSpPr>
          <p:cNvPr id="25" name="Textfeld 24"/>
          <p:cNvSpPr txBox="1"/>
          <p:nvPr>
            <p:custDataLst>
              <p:tags r:id="rId21"/>
            </p:custDataLst>
          </p:nvPr>
        </p:nvSpPr>
        <p:spPr>
          <a:xfrm>
            <a:off x="3014609" y="4046947"/>
            <a:ext cx="2123690" cy="30769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M23 / 17-Pin</a:t>
            </a:r>
          </a:p>
        </p:txBody>
      </p:sp>
      <p:cxnSp>
        <p:nvCxnSpPr>
          <p:cNvPr id="26" name="Gerader Verbinder 25"/>
          <p:cNvCxnSpPr/>
          <p:nvPr>
            <p:custDataLst>
              <p:tags r:id="rId22"/>
            </p:custDataLst>
          </p:nvPr>
        </p:nvCxnSpPr>
        <p:spPr bwMode="auto">
          <a:xfrm flipV="1">
            <a:off x="518283" y="2205213"/>
            <a:ext cx="2194934" cy="14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BFBFBF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feld 26"/>
          <p:cNvSpPr txBox="1"/>
          <p:nvPr>
            <p:custDataLst>
              <p:tags r:id="rId23"/>
            </p:custDataLst>
          </p:nvPr>
        </p:nvSpPr>
        <p:spPr>
          <a:xfrm>
            <a:off x="6204707" y="2077582"/>
            <a:ext cx="3392300" cy="30777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IP67 protection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7762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ln w="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defTabSz="839536">
              <a:lnSpc>
                <a:spcPct val="89000"/>
              </a:lnSpc>
            </a:pPr>
            <a:r>
              <a:rPr lang="en-US" sz="2800" dirty="0">
                <a:solidFill>
                  <a:srgbClr val="002B49"/>
                </a:solidFill>
              </a:rPr>
              <a:t>Integrated Measuring System - IMS</a:t>
            </a:r>
          </a:p>
        </p:txBody>
      </p:sp>
      <p:sp>
        <p:nvSpPr>
          <p:cNvPr id="14" name="Rechteck 13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echteck 8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21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extfeld 1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5" name="Titel 14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Portfolio: Interfaces IMS-I</a:t>
            </a:r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536260962"/>
              </p:ext>
            </p:extLst>
          </p:nvPr>
        </p:nvGraphicFramePr>
        <p:xfrm>
          <a:off x="453484" y="1573233"/>
          <a:ext cx="9829107" cy="313299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829107">
                  <a:extLst>
                    <a:ext uri="{9D8B030D-6E8A-4147-A177-3AD203B41FA5}">
                      <a16:colId xmlns:a16="http://schemas.microsoft.com/office/drawing/2014/main" val="3569713512"/>
                    </a:ext>
                  </a:extLst>
                </a:gridCol>
              </a:tblGrid>
              <a:tr h="3132991">
                <a:tc>
                  <a:txBody>
                    <a:bodyPr/>
                    <a:lstStyle/>
                    <a:p>
                      <a:endParaRPr lang="en-GB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67133827"/>
                  </a:ext>
                </a:extLst>
              </a:tr>
            </a:tbl>
          </a:graphicData>
        </a:graphic>
      </p:graphicFrame>
      <p:pic>
        <p:nvPicPr>
          <p:cNvPr id="12" name="Grafik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495490" y="2545503"/>
            <a:ext cx="1352487" cy="910566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21"/>
          <a:srcRect t="3016"/>
          <a:stretch/>
        </p:blipFill>
        <p:spPr>
          <a:xfrm>
            <a:off x="5611327" y="2552611"/>
            <a:ext cx="1332177" cy="911188"/>
          </a:xfrm>
          <a:prstGeom prst="rect">
            <a:avLst/>
          </a:prstGeom>
        </p:spPr>
      </p:pic>
      <p:sp>
        <p:nvSpPr>
          <p:cNvPr id="22" name="Textfeld 21"/>
          <p:cNvSpPr txBox="1"/>
          <p:nvPr>
            <p:custDataLst>
              <p:tags r:id="rId12"/>
            </p:custDataLst>
          </p:nvPr>
        </p:nvSpPr>
        <p:spPr>
          <a:xfrm>
            <a:off x="4616908" y="3461626"/>
            <a:ext cx="2123690" cy="30769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M17 / 17-Pin</a:t>
            </a:r>
          </a:p>
        </p:txBody>
      </p:sp>
      <p:cxnSp>
        <p:nvCxnSpPr>
          <p:cNvPr id="26" name="Gerader Verbinder 25"/>
          <p:cNvCxnSpPr/>
          <p:nvPr>
            <p:custDataLst>
              <p:tags r:id="rId13"/>
            </p:custDataLst>
          </p:nvPr>
        </p:nvCxnSpPr>
        <p:spPr bwMode="auto">
          <a:xfrm flipV="1">
            <a:off x="518283" y="3211098"/>
            <a:ext cx="3592323" cy="236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BFBFBF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Grafik 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435" y="1901603"/>
            <a:ext cx="1547314" cy="115142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1435" y="3391659"/>
            <a:ext cx="1509590" cy="1157613"/>
          </a:xfrm>
          <a:prstGeom prst="rect">
            <a:avLst/>
          </a:prstGeom>
        </p:spPr>
      </p:pic>
      <p:sp>
        <p:nvSpPr>
          <p:cNvPr id="27" name="Textfeld 26"/>
          <p:cNvSpPr txBox="1"/>
          <p:nvPr>
            <p:custDataLst>
              <p:tags r:id="rId16"/>
            </p:custDataLst>
          </p:nvPr>
        </p:nvSpPr>
        <p:spPr>
          <a:xfrm>
            <a:off x="2659494" y="2284647"/>
            <a:ext cx="2123690" cy="30769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1Vpp / 40µm</a:t>
            </a:r>
          </a:p>
        </p:txBody>
      </p:sp>
      <p:sp>
        <p:nvSpPr>
          <p:cNvPr id="28" name="Textfeld 27"/>
          <p:cNvSpPr txBox="1"/>
          <p:nvPr>
            <p:custDataLst>
              <p:tags r:id="rId17"/>
            </p:custDataLst>
          </p:nvPr>
        </p:nvSpPr>
        <p:spPr>
          <a:xfrm>
            <a:off x="2631201" y="3517189"/>
            <a:ext cx="1283332" cy="738664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TTL 1µm, </a:t>
            </a:r>
          </a:p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TTL 5µm</a:t>
            </a:r>
          </a:p>
          <a:p>
            <a:r>
              <a:rPr lang="de-DE" sz="1400" dirty="0">
                <a:solidFill>
                  <a:srgbClr val="000000"/>
                </a:solidFill>
                <a:latin typeface="Bosch Office Sans" panose="020B0604020202020204" pitchFamily="34" charset="0"/>
              </a:rPr>
              <a:t>TTL 10µm</a:t>
            </a:r>
          </a:p>
        </p:txBody>
      </p:sp>
      <p:sp>
        <p:nvSpPr>
          <p:cNvPr id="29" name="Textfeld 28"/>
          <p:cNvSpPr txBox="1"/>
          <p:nvPr>
            <p:custDataLst>
              <p:tags r:id="rId18"/>
            </p:custDataLst>
          </p:nvPr>
        </p:nvSpPr>
        <p:spPr>
          <a:xfrm>
            <a:off x="7683973" y="2903321"/>
            <a:ext cx="1733216" cy="30777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 IP67 protection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8077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22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 – Ball Rail System</a:t>
            </a:r>
          </a:p>
        </p:txBody>
      </p:sp>
      <p:graphicFrame>
        <p:nvGraphicFramePr>
          <p:cNvPr id="9" name="Tabelle 8"/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786201674"/>
              </p:ext>
            </p:extLst>
          </p:nvPr>
        </p:nvGraphicFramePr>
        <p:xfrm>
          <a:off x="5388871" y="2008382"/>
          <a:ext cx="4786769" cy="15702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174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Size: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20 / 25 / 30 / 35 / 45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Preload:</a:t>
                      </a:r>
                      <a:endParaRPr lang="en-US" sz="1400" b="1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C1  / C2 / C3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Accuracy :</a:t>
                      </a:r>
                      <a:endParaRPr lang="en-US" sz="1400" b="1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P / SP 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Ball Chain: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without</a:t>
                      </a:r>
                      <a:r>
                        <a:rPr lang="en-US" sz="1400" baseline="0" noProof="0" dirty="0"/>
                        <a:t> / with</a:t>
                      </a:r>
                      <a:endParaRPr lang="en-US" sz="140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Mounting</a:t>
                      </a:r>
                      <a:r>
                        <a:rPr lang="en-US" sz="1400" baseline="0" noProof="0" dirty="0"/>
                        <a:t> Side</a:t>
                      </a:r>
                      <a:r>
                        <a:rPr lang="en-US" sz="1400" noProof="0" dirty="0"/>
                        <a:t>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right / left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Picture 2_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34673" y="1328738"/>
            <a:ext cx="3672774" cy="2296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414039" y="1126523"/>
            <a:ext cx="986762" cy="79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Tabelle 12"/>
          <p:cNvGraphicFramePr>
            <a:graphicFrameLocks noGrp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981025853"/>
              </p:ext>
            </p:extLst>
          </p:nvPr>
        </p:nvGraphicFramePr>
        <p:xfrm>
          <a:off x="5389225" y="3875220"/>
          <a:ext cx="4786768" cy="14842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6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0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489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Type:</a:t>
                      </a:r>
                      <a:endParaRPr lang="en-US" sz="1400" b="0" noProof="0" dirty="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SNS </a:t>
                      </a:r>
                      <a:r>
                        <a:rPr lang="en-US" sz="1200" noProof="0" dirty="0"/>
                        <a:t>– Standard</a:t>
                      </a:r>
                      <a:r>
                        <a:rPr lang="en-US" sz="1200" baseline="0" noProof="0" dirty="0"/>
                        <a:t> </a:t>
                      </a:r>
                      <a:endParaRPr lang="en-US" sz="1400" b="0" noProof="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Mounting:</a:t>
                      </a:r>
                      <a:endParaRPr lang="en-US" sz="1400" b="1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from above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Accuracy: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± 3 µm/m and ± 5</a:t>
                      </a:r>
                      <a:r>
                        <a:rPr lang="en-US" sz="1400" baseline="0" noProof="0" dirty="0"/>
                        <a:t> </a:t>
                      </a:r>
                      <a:r>
                        <a:rPr lang="en-US" sz="1400" noProof="0" dirty="0"/>
                        <a:t>µm/m  @</a:t>
                      </a:r>
                      <a:r>
                        <a:rPr lang="en-US" sz="1400" baseline="0" noProof="0" dirty="0"/>
                        <a:t> 20°C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498277292"/>
                  </a:ext>
                </a:extLst>
              </a:tr>
              <a:tr h="378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Length: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up to 4500 mm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" name="Picture 2___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 rotWithShape="1">
          <a:blip r:embed="rId18" cstate="print"/>
          <a:srcRect l="1619" t="2575" r="2768" b="2708"/>
          <a:stretch/>
        </p:blipFill>
        <p:spPr bwMode="auto">
          <a:xfrm>
            <a:off x="572764" y="3913186"/>
            <a:ext cx="1704536" cy="132421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15" name="Picture 3_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 rotWithShape="1">
          <a:blip r:embed="rId19" cstate="print"/>
          <a:srcRect l="2485" t="2713" r="1436" b="4732"/>
          <a:stretch/>
        </p:blipFill>
        <p:spPr bwMode="auto">
          <a:xfrm>
            <a:off x="2415737" y="3913183"/>
            <a:ext cx="1765945" cy="1324459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4915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23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 – Roller Rail System</a:t>
            </a:r>
          </a:p>
        </p:txBody>
      </p:sp>
      <p:graphicFrame>
        <p:nvGraphicFramePr>
          <p:cNvPr id="16" name="Tabelle 15"/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5049746"/>
              </p:ext>
            </p:extLst>
          </p:nvPr>
        </p:nvGraphicFramePr>
        <p:xfrm>
          <a:off x="5389224" y="2008283"/>
          <a:ext cx="4786769" cy="122914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Size: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 35 / 45 / 55 / 65 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Preload:</a:t>
                      </a:r>
                      <a:endParaRPr lang="en-US" sz="1400" b="1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C2  / C3 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Accuracy:</a:t>
                      </a:r>
                      <a:endParaRPr lang="en-US" sz="1400" b="1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P / SP 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1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Mounting Side: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right</a:t>
                      </a:r>
                      <a:r>
                        <a:rPr lang="en-US" sz="1400" baseline="0" noProof="0" dirty="0"/>
                        <a:t> / left</a:t>
                      </a:r>
                      <a:endParaRPr lang="en-US" sz="140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Picture 3__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34674" y="1328058"/>
            <a:ext cx="3815843" cy="2296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8" name="Tabelle 17"/>
          <p:cNvGraphicFramePr>
            <a:graphicFrameLocks noGrp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14740384"/>
              </p:ext>
            </p:extLst>
          </p:nvPr>
        </p:nvGraphicFramePr>
        <p:xfrm>
          <a:off x="5389225" y="3876203"/>
          <a:ext cx="4787302" cy="14559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6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0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668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Type:</a:t>
                      </a:r>
                      <a:endParaRPr lang="en-US" sz="1400" b="0" noProof="0" dirty="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 dirty="0"/>
                        <a:t>SNS </a:t>
                      </a:r>
                      <a:r>
                        <a:rPr lang="en-US" sz="1200" kern="1200" noProof="0" dirty="0"/>
                        <a:t>– Standard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Mounting:</a:t>
                      </a:r>
                      <a:endParaRPr lang="en-US" sz="1400" b="1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from</a:t>
                      </a:r>
                      <a:r>
                        <a:rPr lang="en-US" sz="1400" baseline="0" noProof="0" dirty="0"/>
                        <a:t> above</a:t>
                      </a:r>
                      <a:endParaRPr lang="en-US" sz="140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Accuracy: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± 3 µm/m and ± 5</a:t>
                      </a:r>
                      <a:r>
                        <a:rPr lang="en-US" sz="1400" baseline="0" noProof="0" dirty="0"/>
                        <a:t> </a:t>
                      </a:r>
                      <a:r>
                        <a:rPr lang="en-US" sz="1400" noProof="0" dirty="0"/>
                        <a:t>µm/m  @</a:t>
                      </a:r>
                      <a:r>
                        <a:rPr lang="en-US" sz="1400" baseline="0" noProof="0" dirty="0"/>
                        <a:t> 20°C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07613255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Length:</a:t>
                      </a:r>
                      <a:endParaRPr lang="en-US" sz="1400" b="0" noProof="0" dirty="0"/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/>
                        <a:t>up to 4000</a:t>
                      </a:r>
                      <a:r>
                        <a:rPr lang="en-US" sz="1400" baseline="0" noProof="0" dirty="0"/>
                        <a:t> mm</a:t>
                      </a:r>
                      <a:endParaRPr lang="en-US" sz="1400" noProof="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Picture 3_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5389225" y="1124555"/>
            <a:ext cx="1053520" cy="835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Grafik 1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78" y="3961224"/>
            <a:ext cx="1205876" cy="87736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21" name="Grafik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009" y="3961224"/>
            <a:ext cx="1202979" cy="8781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2" name="Grafik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347" y="3960414"/>
            <a:ext cx="1202979" cy="8781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88518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24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 – Connection- and Extension Cables</a:t>
            </a:r>
          </a:p>
        </p:txBody>
      </p:sp>
      <p:pic>
        <p:nvPicPr>
          <p:cNvPr id="23" name="Picture 4_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 rotWithShape="1">
          <a:blip r:embed="rId32" cstate="print"/>
          <a:srcRect b="13003"/>
          <a:stretch/>
        </p:blipFill>
        <p:spPr bwMode="auto">
          <a:xfrm>
            <a:off x="2029317" y="5029022"/>
            <a:ext cx="3239527" cy="48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hteck 23"/>
          <p:cNvSpPr/>
          <p:nvPr>
            <p:custDataLst>
              <p:tags r:id="rId10"/>
            </p:custDataLst>
          </p:nvPr>
        </p:nvSpPr>
        <p:spPr bwMode="auto">
          <a:xfrm>
            <a:off x="2955657" y="5029022"/>
            <a:ext cx="2411648" cy="50392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16" tIns="45708" rIns="91416" bIns="45708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914126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799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5" name="Picture 2__" descr="http://www.boschrexroth.com/dcc/images/internet/images/PMK2772_03_BIG.JPG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33" cstate="print"/>
          <a:srcRect l="19933" t="6349" r="31657" b="11111"/>
          <a:stretch>
            <a:fillRect/>
          </a:stretch>
        </p:blipFill>
        <p:spPr bwMode="auto">
          <a:xfrm>
            <a:off x="9440024" y="587530"/>
            <a:ext cx="611911" cy="1871726"/>
          </a:xfrm>
          <a:prstGeom prst="rect">
            <a:avLst/>
          </a:prstGeom>
          <a:noFill/>
        </p:spPr>
      </p:pic>
      <p:pic>
        <p:nvPicPr>
          <p:cNvPr id="26" name="Picture 2_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34" cstate="print"/>
          <a:stretch>
            <a:fillRect/>
          </a:stretch>
        </p:blipFill>
        <p:spPr bwMode="auto">
          <a:xfrm>
            <a:off x="2017115" y="1249574"/>
            <a:ext cx="3923427" cy="117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feld 26"/>
          <p:cNvSpPr txBox="1"/>
          <p:nvPr>
            <p:custDataLst>
              <p:tags r:id="rId13"/>
            </p:custDataLst>
          </p:nvPr>
        </p:nvSpPr>
        <p:spPr>
          <a:xfrm>
            <a:off x="6235072" y="1359299"/>
            <a:ext cx="2657038" cy="64616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Connection-Cable Rexroth</a:t>
            </a:r>
          </a:p>
          <a:p>
            <a:r>
              <a:rPr lang="en-US" sz="1400" b="1" i="1" dirty="0">
                <a:solidFill>
                  <a:srgbClr val="000000"/>
                </a:solidFill>
              </a:rPr>
              <a:t>RKG0055</a:t>
            </a:r>
            <a:endParaRPr lang="en-US" sz="1400" b="1" dirty="0">
              <a:solidFill>
                <a:srgbClr val="000000"/>
              </a:solidFill>
            </a:endParaRPr>
          </a:p>
          <a:p>
            <a:r>
              <a:rPr lang="en-US" sz="1400" dirty="0" err="1">
                <a:solidFill>
                  <a:srgbClr val="000000"/>
                </a:solidFill>
              </a:rPr>
              <a:t>IndraDrive</a:t>
            </a:r>
            <a:r>
              <a:rPr lang="en-US" sz="1400" dirty="0">
                <a:solidFill>
                  <a:srgbClr val="000000"/>
                </a:solidFill>
              </a:rPr>
              <a:t> with EC Interface (12VDC)</a:t>
            </a:r>
          </a:p>
        </p:txBody>
      </p:sp>
      <p:sp>
        <p:nvSpPr>
          <p:cNvPr id="28" name="Textfeld 27"/>
          <p:cNvSpPr txBox="1"/>
          <p:nvPr>
            <p:custDataLst>
              <p:tags r:id="rId14"/>
            </p:custDataLst>
          </p:nvPr>
        </p:nvSpPr>
        <p:spPr>
          <a:xfrm>
            <a:off x="6235072" y="3494456"/>
            <a:ext cx="1928421" cy="476931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Extension-Cable:</a:t>
            </a:r>
          </a:p>
          <a:p>
            <a:r>
              <a:rPr lang="en-US" sz="1400" b="1" i="1" dirty="0">
                <a:solidFill>
                  <a:srgbClr val="000000"/>
                </a:solidFill>
              </a:rPr>
              <a:t>RKG0057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29" name="Textfeld 28"/>
          <p:cNvSpPr txBox="1"/>
          <p:nvPr>
            <p:custDataLst>
              <p:tags r:id="rId15"/>
            </p:custDataLst>
          </p:nvPr>
        </p:nvSpPr>
        <p:spPr>
          <a:xfrm>
            <a:off x="6235072" y="4419003"/>
            <a:ext cx="2252374" cy="261543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100" b="1" i="1" dirty="0">
                <a:solidFill>
                  <a:srgbClr val="000000"/>
                </a:solidFill>
              </a:rPr>
              <a:t>RKG0058, </a:t>
            </a:r>
            <a:r>
              <a:rPr lang="en-US" sz="1100" dirty="0">
                <a:solidFill>
                  <a:srgbClr val="000000"/>
                </a:solidFill>
              </a:rPr>
              <a:t>open ends</a:t>
            </a:r>
          </a:p>
        </p:txBody>
      </p:sp>
      <p:sp>
        <p:nvSpPr>
          <p:cNvPr id="30" name="Textfeld 29"/>
          <p:cNvSpPr txBox="1"/>
          <p:nvPr>
            <p:custDataLst>
              <p:tags r:id="rId16"/>
            </p:custDataLst>
          </p:nvPr>
        </p:nvSpPr>
        <p:spPr>
          <a:xfrm>
            <a:off x="6235072" y="5030965"/>
            <a:ext cx="2375653" cy="476931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400" b="1" dirty="0">
                <a:solidFill>
                  <a:srgbClr val="000000"/>
                </a:solidFill>
              </a:rPr>
              <a:t>Single Connector</a:t>
            </a:r>
            <a:endParaRPr lang="en-US" sz="1400" b="1" i="1" dirty="0">
              <a:solidFill>
                <a:srgbClr val="000000"/>
              </a:solidFill>
            </a:endParaRPr>
          </a:p>
          <a:p>
            <a:r>
              <a:rPr lang="en-US" sz="1400" b="1" i="1" dirty="0">
                <a:solidFill>
                  <a:srgbClr val="000000"/>
                </a:solidFill>
              </a:rPr>
              <a:t>RGS1711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31" name="Textfeld 30"/>
          <p:cNvSpPr txBox="1"/>
          <p:nvPr>
            <p:custDataLst>
              <p:tags r:id="rId17"/>
            </p:custDataLst>
          </p:nvPr>
        </p:nvSpPr>
        <p:spPr>
          <a:xfrm>
            <a:off x="3636878" y="1429548"/>
            <a:ext cx="638152" cy="21538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800" b="1" dirty="0">
                <a:solidFill>
                  <a:srgbClr val="000000"/>
                </a:solidFill>
              </a:rPr>
              <a:t>REG0011</a:t>
            </a:r>
          </a:p>
        </p:txBody>
      </p:sp>
      <p:sp>
        <p:nvSpPr>
          <p:cNvPr id="32" name="Textfeld 31"/>
          <p:cNvSpPr txBox="1"/>
          <p:nvPr>
            <p:custDataLst>
              <p:tags r:id="rId18"/>
            </p:custDataLst>
          </p:nvPr>
        </p:nvSpPr>
        <p:spPr>
          <a:xfrm>
            <a:off x="5232849" y="1393553"/>
            <a:ext cx="638152" cy="21538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800" b="1" dirty="0">
                <a:solidFill>
                  <a:srgbClr val="000000"/>
                </a:solidFill>
              </a:rPr>
              <a:t>RGS0008</a:t>
            </a:r>
          </a:p>
        </p:txBody>
      </p:sp>
      <p:sp>
        <p:nvSpPr>
          <p:cNvPr id="33" name="Textfeld 32"/>
          <p:cNvSpPr txBox="1"/>
          <p:nvPr>
            <p:custDataLst>
              <p:tags r:id="rId19"/>
            </p:custDataLst>
          </p:nvPr>
        </p:nvSpPr>
        <p:spPr>
          <a:xfrm>
            <a:off x="1993323" y="1738986"/>
            <a:ext cx="671806" cy="33846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sz="800" dirty="0">
                <a:solidFill>
                  <a:srgbClr val="000000"/>
                </a:solidFill>
              </a:rPr>
              <a:t>Union Nut,</a:t>
            </a:r>
          </a:p>
          <a:p>
            <a:r>
              <a:rPr lang="de-DE" sz="800" dirty="0">
                <a:solidFill>
                  <a:srgbClr val="000000"/>
                </a:solidFill>
              </a:rPr>
              <a:t>Socket</a:t>
            </a:r>
          </a:p>
        </p:txBody>
      </p:sp>
      <p:sp>
        <p:nvSpPr>
          <p:cNvPr id="34" name="Textfeld 33"/>
          <p:cNvSpPr txBox="1"/>
          <p:nvPr>
            <p:custDataLst>
              <p:tags r:id="rId20"/>
            </p:custDataLst>
          </p:nvPr>
        </p:nvSpPr>
        <p:spPr>
          <a:xfrm>
            <a:off x="454789" y="1981370"/>
            <a:ext cx="1504890" cy="600010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US" sz="1100" b="1" i="1" dirty="0">
                <a:solidFill>
                  <a:srgbClr val="000000"/>
                </a:solidFill>
              </a:rPr>
              <a:t>Standard Length:</a:t>
            </a:r>
            <a:endParaRPr lang="en-US" sz="1100" b="1" dirty="0">
              <a:solidFill>
                <a:srgbClr val="000000"/>
              </a:solidFill>
            </a:endParaRPr>
          </a:p>
          <a:p>
            <a:r>
              <a:rPr lang="en-US" sz="1100" dirty="0">
                <a:solidFill>
                  <a:srgbClr val="000000"/>
                </a:solidFill>
              </a:rPr>
              <a:t>0,5m 2m, 3m, 5m,  8m, 10m, 15m, 20m</a:t>
            </a:r>
          </a:p>
        </p:txBody>
      </p:sp>
      <p:grpSp>
        <p:nvGrpSpPr>
          <p:cNvPr id="35" name="Gruppieren 34"/>
          <p:cNvGrpSpPr/>
          <p:nvPr/>
        </p:nvGrpSpPr>
        <p:grpSpPr>
          <a:xfrm>
            <a:off x="1981121" y="3409259"/>
            <a:ext cx="3823662" cy="656266"/>
            <a:chOff x="3604382" y="2942084"/>
            <a:chExt cx="3824646" cy="656435"/>
          </a:xfrm>
        </p:grpSpPr>
        <p:pic>
          <p:nvPicPr>
            <p:cNvPr id="36" name="Picture 3"/>
            <p:cNvPicPr>
              <a:picLocks noChangeAspect="1" noChangeArrowheads="1"/>
            </p:cNvPicPr>
            <p:nvPr>
              <p:custDataLst>
                <p:tags r:id="rId29"/>
              </p:custDataLst>
            </p:nvPr>
          </p:nvPicPr>
          <p:blipFill>
            <a:blip r:embed="rId35" cstate="print"/>
            <a:srcRect/>
            <a:stretch>
              <a:fillRect/>
            </a:stretch>
          </p:blipFill>
          <p:spPr bwMode="auto">
            <a:xfrm>
              <a:off x="3604382" y="2942084"/>
              <a:ext cx="3824646" cy="6564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Textfeld 36"/>
            <p:cNvSpPr txBox="1"/>
            <p:nvPr>
              <p:custDataLst>
                <p:tags r:id="rId30"/>
              </p:custDataLst>
            </p:nvPr>
          </p:nvSpPr>
          <p:spPr>
            <a:xfrm>
              <a:off x="5260566" y="3169463"/>
              <a:ext cx="638316" cy="215444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 rtlCol="0">
              <a:spAutoFit/>
            </a:bodyPr>
            <a:lstStyle/>
            <a:p>
              <a:r>
                <a:rPr lang="en-GB" sz="800" b="1" dirty="0">
                  <a:solidFill>
                    <a:srgbClr val="000000"/>
                  </a:solidFill>
                </a:rPr>
                <a:t>REG0011</a:t>
              </a:r>
            </a:p>
          </p:txBody>
        </p:sp>
      </p:grpSp>
      <p:grpSp>
        <p:nvGrpSpPr>
          <p:cNvPr id="38" name="Gruppieren 37"/>
          <p:cNvGrpSpPr/>
          <p:nvPr/>
        </p:nvGrpSpPr>
        <p:grpSpPr>
          <a:xfrm>
            <a:off x="2025335" y="4276353"/>
            <a:ext cx="3239527" cy="553651"/>
            <a:chOff x="3648608" y="3756443"/>
            <a:chExt cx="3240360" cy="553793"/>
          </a:xfrm>
        </p:grpSpPr>
        <p:pic>
          <p:nvPicPr>
            <p:cNvPr id="39" name="Picture 4"/>
            <p:cNvPicPr>
              <a:picLocks noChangeAspect="1" noChangeArrowheads="1"/>
            </p:cNvPicPr>
            <p:nvPr>
              <p:custDataLst>
                <p:tags r:id="rId27"/>
              </p:custDataLst>
            </p:nvPr>
          </p:nvPicPr>
          <p:blipFill>
            <a:blip r:embed="rId32" cstate="print"/>
            <a:srcRect/>
            <a:stretch>
              <a:fillRect/>
            </a:stretch>
          </p:blipFill>
          <p:spPr bwMode="auto">
            <a:xfrm>
              <a:off x="3648608" y="3756443"/>
              <a:ext cx="3240360" cy="5537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Textfeld 39"/>
            <p:cNvSpPr txBox="1"/>
            <p:nvPr>
              <p:custDataLst>
                <p:tags r:id="rId28"/>
              </p:custDataLst>
            </p:nvPr>
          </p:nvSpPr>
          <p:spPr>
            <a:xfrm>
              <a:off x="5260566" y="3917863"/>
              <a:ext cx="638316" cy="215444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 rtlCol="0">
              <a:spAutoFit/>
            </a:bodyPr>
            <a:lstStyle/>
            <a:p>
              <a:r>
                <a:rPr lang="en-GB" sz="800" b="1" dirty="0">
                  <a:solidFill>
                    <a:srgbClr val="000000"/>
                  </a:solidFill>
                </a:rPr>
                <a:t>REG0011</a:t>
              </a:r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1980920" y="2508811"/>
            <a:ext cx="4076541" cy="739443"/>
            <a:chOff x="3612604" y="4830743"/>
            <a:chExt cx="4077590" cy="739633"/>
          </a:xfrm>
        </p:grpSpPr>
        <p:pic>
          <p:nvPicPr>
            <p:cNvPr id="42" name="Picture 2"/>
            <p:cNvPicPr>
              <a:picLocks noChangeAspect="1" noChangeArrowheads="1"/>
            </p:cNvPicPr>
            <p:nvPr>
              <p:custDataLst>
                <p:tags r:id="rId25"/>
              </p:custDataLst>
            </p:nvPr>
          </p:nvPicPr>
          <p:blipFill>
            <a:blip r:embed="rId36" cstate="print"/>
            <a:srcRect/>
            <a:stretch>
              <a:fillRect/>
            </a:stretch>
          </p:blipFill>
          <p:spPr bwMode="auto">
            <a:xfrm>
              <a:off x="3612604" y="4830743"/>
              <a:ext cx="4077590" cy="739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feld 42"/>
            <p:cNvSpPr txBox="1"/>
            <p:nvPr>
              <p:custDataLst>
                <p:tags r:id="rId26"/>
              </p:custDataLst>
            </p:nvPr>
          </p:nvSpPr>
          <p:spPr>
            <a:xfrm>
              <a:off x="5291869" y="5102323"/>
              <a:ext cx="638316" cy="215444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 rtlCol="0">
              <a:spAutoFit/>
            </a:bodyPr>
            <a:lstStyle/>
            <a:p>
              <a:r>
                <a:rPr lang="en-GB" sz="800" b="1" dirty="0">
                  <a:solidFill>
                    <a:srgbClr val="000000"/>
                  </a:solidFill>
                </a:rPr>
                <a:t>REG0011</a:t>
              </a:r>
            </a:p>
          </p:txBody>
        </p:sp>
      </p:grpSp>
      <p:sp>
        <p:nvSpPr>
          <p:cNvPr id="44" name="Textfeld 43"/>
          <p:cNvSpPr txBox="1"/>
          <p:nvPr>
            <p:custDataLst>
              <p:tags r:id="rId21"/>
            </p:custDataLst>
          </p:nvPr>
        </p:nvSpPr>
        <p:spPr>
          <a:xfrm>
            <a:off x="6235073" y="2564933"/>
            <a:ext cx="2855786" cy="64616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de-DE" sz="1400" b="1" dirty="0">
                <a:solidFill>
                  <a:srgbClr val="000000"/>
                </a:solidFill>
              </a:rPr>
              <a:t>Connection-Cable</a:t>
            </a:r>
            <a:r>
              <a:rPr lang="en-GB" sz="1400" b="1" dirty="0">
                <a:solidFill>
                  <a:srgbClr val="000000"/>
                </a:solidFill>
              </a:rPr>
              <a:t> SIEMENS</a:t>
            </a:r>
          </a:p>
          <a:p>
            <a:r>
              <a:rPr lang="de-DE" sz="1400" b="1" i="1" dirty="0">
                <a:solidFill>
                  <a:srgbClr val="000000"/>
                </a:solidFill>
              </a:rPr>
              <a:t>RKG0071</a:t>
            </a:r>
            <a:endParaRPr lang="de-DE" sz="1400" dirty="0">
              <a:solidFill>
                <a:srgbClr val="000000"/>
              </a:solidFill>
            </a:endParaRPr>
          </a:p>
          <a:p>
            <a:pPr marL="228531" indent="-228531"/>
            <a:r>
              <a:rPr lang="de-DE" sz="1400" dirty="0">
                <a:solidFill>
                  <a:srgbClr val="000000"/>
                </a:solidFill>
              </a:rPr>
              <a:t>Sensor Modules SME 25 / SME 125</a:t>
            </a:r>
          </a:p>
        </p:txBody>
      </p:sp>
      <p:sp>
        <p:nvSpPr>
          <p:cNvPr id="45" name="Textfeld 44"/>
          <p:cNvSpPr txBox="1"/>
          <p:nvPr>
            <p:custDataLst>
              <p:tags r:id="rId22"/>
            </p:custDataLst>
          </p:nvPr>
        </p:nvSpPr>
        <p:spPr>
          <a:xfrm>
            <a:off x="5066810" y="3107758"/>
            <a:ext cx="896168" cy="21538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US" sz="800" dirty="0">
                <a:solidFill>
                  <a:srgbClr val="000000"/>
                </a:solidFill>
              </a:rPr>
              <a:t>Outside Thread</a:t>
            </a:r>
          </a:p>
        </p:txBody>
      </p:sp>
      <p:sp>
        <p:nvSpPr>
          <p:cNvPr id="46" name="Textfeld 45"/>
          <p:cNvSpPr txBox="1"/>
          <p:nvPr>
            <p:custDataLst>
              <p:tags r:id="rId23"/>
            </p:custDataLst>
          </p:nvPr>
        </p:nvSpPr>
        <p:spPr>
          <a:xfrm>
            <a:off x="4900132" y="2437400"/>
            <a:ext cx="740717" cy="21538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sz="800" dirty="0">
                <a:solidFill>
                  <a:srgbClr val="000000"/>
                </a:solidFill>
              </a:rPr>
              <a:t>M23, 17-Pin</a:t>
            </a:r>
          </a:p>
        </p:txBody>
      </p:sp>
      <p:pic>
        <p:nvPicPr>
          <p:cNvPr id="48" name="Grafik 47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9143351" y="2494360"/>
            <a:ext cx="1316684" cy="7406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8097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25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Product Portfolio – Technical Data</a:t>
            </a:r>
          </a:p>
        </p:txBody>
      </p:sp>
      <p:graphicFrame>
        <p:nvGraphicFramePr>
          <p:cNvPr id="47" name="Tabelle 46"/>
          <p:cNvGraphicFramePr>
            <a:graphicFrameLocks noGrp="1"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647686767"/>
              </p:ext>
            </p:extLst>
          </p:nvPr>
        </p:nvGraphicFramePr>
        <p:xfrm>
          <a:off x="593090" y="1247376"/>
          <a:ext cx="9538607" cy="41854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95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3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45"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Parameter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400" noProof="0" dirty="0"/>
                        <a:t>Value</a:t>
                      </a: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noProof="0" dirty="0"/>
                        <a:t>Notes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noProof="0" dirty="0"/>
                        <a:t>Voltage</a:t>
                      </a:r>
                      <a:r>
                        <a:rPr lang="de-DE" sz="1200" kern="1200" baseline="0" noProof="0" dirty="0"/>
                        <a:t> supply</a:t>
                      </a:r>
                      <a:r>
                        <a:rPr lang="de-DE" sz="1200" kern="1200" noProof="0" dirty="0"/>
                        <a:t>:</a:t>
                      </a:r>
                      <a:endParaRPr lang="de-DE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noProof="0"/>
                        <a:t>V</a:t>
                      </a:r>
                      <a:r>
                        <a:rPr lang="de-DE" sz="1200" kern="1200" baseline="-25000" noProof="0"/>
                        <a:t>DD</a:t>
                      </a:r>
                      <a:r>
                        <a:rPr lang="de-DE" sz="1200" kern="1200" noProof="0"/>
                        <a:t>: 4,75 …. 24 V DC</a:t>
                      </a:r>
                    </a:p>
                    <a:p>
                      <a:pPr marL="0" algn="l" defTabSz="914400" rtl="0" eaLnBrk="1" latinLnBrk="0" hangingPunct="1"/>
                      <a:r>
                        <a:rPr lang="de-DE" sz="1200" kern="1200" noProof="0"/>
                        <a:t>I</a:t>
                      </a:r>
                      <a:r>
                        <a:rPr lang="de-DE" sz="1200" kern="1200" baseline="-25000" noProof="0"/>
                        <a:t>MAX</a:t>
                      </a:r>
                      <a:r>
                        <a:rPr lang="de-DE" sz="1200" kern="1200" noProof="0"/>
                        <a:t>: 300 mA</a:t>
                      </a:r>
                      <a:endParaRPr lang="de-DE" sz="12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DE" sz="1200" kern="1200" noProof="0" dirty="0"/>
                        <a:t>Overvoltage protection: ≤ 30V DC</a:t>
                      </a:r>
                    </a:p>
                    <a:p>
                      <a:pPr marL="0" algn="l" defTabSz="914400" rtl="0" eaLnBrk="1" latinLnBrk="0" hangingPunct="1"/>
                      <a:endParaRPr lang="de-DE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Operating temperature range: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0 °C ....</a:t>
                      </a:r>
                      <a:r>
                        <a:rPr lang="de-DE" sz="1200" baseline="0" noProof="0"/>
                        <a:t> 50 °C</a:t>
                      </a:r>
                      <a:endParaRPr lang="de-DE" sz="1200" noProof="0"/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noProof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157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Temperature range for storage / transport: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-10</a:t>
                      </a:r>
                      <a:r>
                        <a:rPr lang="de-DE" sz="1200" baseline="0" noProof="0"/>
                        <a:t> °C ... 70 °C</a:t>
                      </a:r>
                      <a:endParaRPr lang="de-DE" sz="1200" noProof="0"/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noProof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76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Measuring speed: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5</a:t>
                      </a:r>
                      <a:r>
                        <a:rPr lang="de-DE" sz="1200" baseline="0" noProof="0"/>
                        <a:t> m/s</a:t>
                      </a: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Additional dependency of</a:t>
                      </a:r>
                      <a:r>
                        <a:rPr lang="en-US" sz="1200" baseline="0" noProof="0" dirty="0"/>
                        <a:t> </a:t>
                      </a:r>
                      <a:r>
                        <a:rPr lang="en-US" sz="1200" noProof="0" dirty="0"/>
                        <a:t>guide element!</a:t>
                      </a:r>
                      <a:endParaRPr lang="de-DE" sz="1200" noProof="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76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Protection type: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IP 67</a:t>
                      </a: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(tested with Curtis S90</a:t>
                      </a:r>
                    </a:p>
                    <a:p>
                      <a:r>
                        <a:rPr lang="en-US" sz="1200" noProof="0" dirty="0"/>
                        <a:t>cooling lubricant)</a:t>
                      </a:r>
                      <a:endParaRPr lang="de-DE" sz="1200" noProof="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45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Maximum acceleration: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500 m/s²</a:t>
                      </a: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noProof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76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Shock: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500 m/s² / 11 ms</a:t>
                      </a: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According</a:t>
                      </a:r>
                      <a:r>
                        <a:rPr lang="de-DE" sz="1200" baseline="0" noProof="0" dirty="0"/>
                        <a:t> to EN 60068-2-27:1993 / IEC 68-2-6:1995</a:t>
                      </a:r>
                      <a:endParaRPr lang="de-DE" sz="1200" noProof="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176">
                <a:tc>
                  <a:txBody>
                    <a:bodyPr/>
                    <a:lstStyle/>
                    <a:p>
                      <a:r>
                        <a:rPr lang="de-DE" sz="1200" noProof="0"/>
                        <a:t>Vibration:</a:t>
                      </a:r>
                    </a:p>
                  </a:txBody>
                  <a:tcPr marL="91416" marR="91416" marT="45708" marB="45708"/>
                </a:tc>
                <a:tc gridSpan="2">
                  <a:txBody>
                    <a:bodyPr/>
                    <a:lstStyle/>
                    <a:p>
                      <a:r>
                        <a:rPr lang="de-DE" sz="1200" noProof="0"/>
                        <a:t>100 m/s²</a:t>
                      </a:r>
                    </a:p>
                  </a:txBody>
                  <a:tcPr marL="91416" marR="91416" marT="45708" marB="45708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55-2000Hz, according</a:t>
                      </a:r>
                      <a:r>
                        <a:rPr lang="de-DE" sz="1200" baseline="0" noProof="0" dirty="0"/>
                        <a:t> to </a:t>
                      </a:r>
                      <a:r>
                        <a:rPr lang="de-DE" sz="1200" noProof="0" dirty="0"/>
                        <a:t>EN 60068-2-6:1996 / IEC</a:t>
                      </a:r>
                      <a:r>
                        <a:rPr lang="de-DE" sz="1200" baseline="0" noProof="0" dirty="0"/>
                        <a:t> 68-2-6:1995</a:t>
                      </a:r>
                      <a:endParaRPr lang="de-DE" sz="1200" noProof="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176"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Electromagnetic compatibility: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Immunity to interference:</a:t>
                      </a:r>
                    </a:p>
                    <a:p>
                      <a:r>
                        <a:rPr lang="en-US" sz="1200" noProof="0" dirty="0"/>
                        <a:t>Emitted interference:</a:t>
                      </a:r>
                      <a:endParaRPr lang="de-DE" sz="1200" noProof="0" dirty="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de-DE" sz="1200" baseline="0" noProof="0" dirty="0"/>
                        <a:t>EN 61326-1: 2006</a:t>
                      </a:r>
                    </a:p>
                    <a:p>
                      <a:r>
                        <a:rPr lang="de-DE" sz="1200" baseline="0" noProof="0" dirty="0"/>
                        <a:t>EN 61000-6-2, Class B</a:t>
                      </a:r>
                      <a:endParaRPr lang="de-DE" sz="1200" noProof="0" dirty="0"/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de-DE" sz="1200" noProof="0" dirty="0"/>
                        <a:t>CE mark</a:t>
                      </a:r>
                    </a:p>
                    <a:p>
                      <a:r>
                        <a:rPr lang="de-DE" sz="1200" noProof="0" dirty="0"/>
                        <a:t>RoHS and UL conform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22438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26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259080" y="259080"/>
            <a:ext cx="9872980" cy="520446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IMS is the most accurate integrated measuring system available on market.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4000">
              <a:solidFill>
                <a:srgbClr val="00CCFF"/>
              </a:solidFill>
              <a:latin typeface="Bosch Office Sans" pitchFamily="2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The system accuracy meets the specification of linear encoders with glass scales.</a:t>
            </a:r>
            <a:endParaRPr lang="en-US" sz="4000" dirty="0">
              <a:solidFill>
                <a:srgbClr val="00CCFF"/>
              </a:solidFill>
              <a:latin typeface="Bosch Office Sans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0830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27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sp>
        <p:nvSpPr>
          <p:cNvPr id="14" name="Textfeld 13"/>
          <p:cNvSpPr txBox="1"/>
          <p:nvPr>
            <p:custDataLst>
              <p:tags r:id="rId9"/>
            </p:custDataLst>
          </p:nvPr>
        </p:nvSpPr>
        <p:spPr>
          <a:xfrm>
            <a:off x="625523" y="1631866"/>
            <a:ext cx="4270721" cy="399981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1999" dirty="0">
                <a:solidFill>
                  <a:srgbClr val="000000"/>
                </a:solidFill>
              </a:rPr>
              <a:t>Kind of drive chains IMS is used for:</a:t>
            </a:r>
          </a:p>
        </p:txBody>
      </p:sp>
      <p:pic>
        <p:nvPicPr>
          <p:cNvPr id="15" name="Picture 2" descr="Image result for ball screw assembly drive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43" y="2844993"/>
            <a:ext cx="1871726" cy="80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 result for linear motor drive axis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23" y="2762683"/>
            <a:ext cx="1519356" cy="1109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mage result for rack pinion drive axis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532" y="2674316"/>
            <a:ext cx="1707165" cy="121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Image result for belt drive linear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409" y="2812319"/>
            <a:ext cx="2275889" cy="86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feld 24"/>
          <p:cNvSpPr txBox="1"/>
          <p:nvPr>
            <p:custDataLst>
              <p:tags r:id="rId14"/>
            </p:custDataLst>
          </p:nvPr>
        </p:nvSpPr>
        <p:spPr>
          <a:xfrm rot="18720000">
            <a:off x="1436951" y="3366786"/>
            <a:ext cx="1125339" cy="27692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1200" b="1" dirty="0">
                <a:solidFill>
                  <a:srgbClr val="0070C0"/>
                </a:solidFill>
              </a:rPr>
              <a:t>Linear motor</a:t>
            </a:r>
          </a:p>
        </p:txBody>
      </p:sp>
      <p:sp>
        <p:nvSpPr>
          <p:cNvPr id="26" name="Textfeld 25"/>
          <p:cNvSpPr txBox="1"/>
          <p:nvPr>
            <p:custDataLst>
              <p:tags r:id="rId15"/>
            </p:custDataLst>
          </p:nvPr>
        </p:nvSpPr>
        <p:spPr>
          <a:xfrm rot="20880000">
            <a:off x="3658831" y="3488787"/>
            <a:ext cx="944246" cy="27692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1200" b="1" dirty="0">
                <a:solidFill>
                  <a:srgbClr val="0070C0"/>
                </a:solidFill>
              </a:rPr>
              <a:t>Ball screw</a:t>
            </a:r>
          </a:p>
        </p:txBody>
      </p:sp>
      <p:sp>
        <p:nvSpPr>
          <p:cNvPr id="27" name="Textfeld 26"/>
          <p:cNvSpPr txBox="1"/>
          <p:nvPr>
            <p:custDataLst>
              <p:tags r:id="rId16"/>
            </p:custDataLst>
          </p:nvPr>
        </p:nvSpPr>
        <p:spPr>
          <a:xfrm rot="1620000">
            <a:off x="5563546" y="3553077"/>
            <a:ext cx="1375344" cy="27692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1200" b="1" dirty="0">
                <a:solidFill>
                  <a:srgbClr val="0070C0"/>
                </a:solidFill>
              </a:rPr>
              <a:t>Rack and pinion</a:t>
            </a:r>
          </a:p>
        </p:txBody>
      </p:sp>
      <p:sp>
        <p:nvSpPr>
          <p:cNvPr id="28" name="Textfeld 27"/>
          <p:cNvSpPr txBox="1"/>
          <p:nvPr>
            <p:custDataLst>
              <p:tags r:id="rId17"/>
            </p:custDataLst>
          </p:nvPr>
        </p:nvSpPr>
        <p:spPr>
          <a:xfrm rot="20460000">
            <a:off x="9419120" y="3419457"/>
            <a:ext cx="884951" cy="27692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en-GB" sz="1200" b="1" dirty="0">
                <a:solidFill>
                  <a:srgbClr val="0070C0"/>
                </a:solidFill>
              </a:rPr>
              <a:t>Belt drive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104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28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pic>
        <p:nvPicPr>
          <p:cNvPr id="10" name="Grafik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290" y="2779637"/>
            <a:ext cx="4548997" cy="277284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5" t="38647" r="7560" b="29093"/>
          <a:stretch/>
        </p:blipFill>
        <p:spPr>
          <a:xfrm>
            <a:off x="162691" y="1119412"/>
            <a:ext cx="6392718" cy="2075986"/>
          </a:xfrm>
          <a:prstGeom prst="rect">
            <a:avLst/>
          </a:prstGeom>
        </p:spPr>
      </p:pic>
      <p:sp>
        <p:nvSpPr>
          <p:cNvPr id="11" name="Textfeld 10"/>
          <p:cNvSpPr txBox="1"/>
          <p:nvPr>
            <p:custDataLst>
              <p:tags r:id="rId11"/>
            </p:custDataLst>
          </p:nvPr>
        </p:nvSpPr>
        <p:spPr>
          <a:xfrm>
            <a:off x="6863693" y="1116545"/>
            <a:ext cx="3751097" cy="1453429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89187" tIns="46377" rIns="89187" bIns="46377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784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2D &amp; 3D Laser cutting machines: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784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Linear motor in X- and Y-axis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784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X-axis as gantry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784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Y-axis</a:t>
            </a:r>
            <a:r>
              <a:rPr kumimoji="0" lang="en-US" sz="1784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carries laser cutters</a:t>
            </a:r>
            <a:endParaRPr kumimoji="0" lang="en-US" sz="1784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2" name="Textfeld 11"/>
          <p:cNvSpPr txBox="1"/>
          <p:nvPr>
            <p:custDataLst>
              <p:tags r:id="rId12"/>
            </p:custDataLst>
          </p:nvPr>
        </p:nvSpPr>
        <p:spPr>
          <a:xfrm>
            <a:off x="842790" y="3661673"/>
            <a:ext cx="4399399" cy="1034061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89187" tIns="46377" rIns="89187" bIns="46377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586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IMS-I and IMS-A systems are used in many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586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different machine types from different laser cutting machine builders.</a:t>
            </a:r>
            <a:endParaRPr kumimoji="0" lang="en-US" sz="1586" b="1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13" name="Pfeil nach rechts 12"/>
          <p:cNvSpPr/>
          <p:nvPr>
            <p:custDataLst>
              <p:tags r:id="rId13"/>
            </p:custDataLst>
          </p:nvPr>
        </p:nvSpPr>
        <p:spPr>
          <a:xfrm>
            <a:off x="448374" y="3753117"/>
            <a:ext cx="340840" cy="245520"/>
          </a:xfrm>
          <a:prstGeom prst="rightArrow">
            <a:avLst/>
          </a:prstGeom>
          <a:solidFill>
            <a:srgbClr val="264461"/>
          </a:solidFill>
          <a:ln w="9525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50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29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pic>
        <p:nvPicPr>
          <p:cNvPr id="14" name="Picture 2" descr="https://scontent-frt3-1.xx.fbcdn.net/t31.0-8/13391630_1003406079708190_5055701792811932641_o.jp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8" t="8973" r="12514"/>
          <a:stretch/>
        </p:blipFill>
        <p:spPr bwMode="auto">
          <a:xfrm>
            <a:off x="5926436" y="817638"/>
            <a:ext cx="3373062" cy="272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_" descr="logo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367" y="638892"/>
            <a:ext cx="1187730" cy="118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__" descr="Fifth axis provided by the workpiece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445" y="3157295"/>
            <a:ext cx="2316844" cy="231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hteck 16"/>
          <p:cNvSpPr/>
          <p:nvPr>
            <p:custDataLst>
              <p:tags r:id="rId12"/>
            </p:custDataLst>
          </p:nvPr>
        </p:nvSpPr>
        <p:spPr>
          <a:xfrm>
            <a:off x="312557" y="935609"/>
            <a:ext cx="9558890" cy="407581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390" tIns="45695" rIns="91390" bIns="45695">
            <a:noAutofit/>
          </a:bodyPr>
          <a:lstStyle/>
          <a:p>
            <a:r>
              <a:rPr lang="de-DE" sz="1798" dirty="0">
                <a:solidFill>
                  <a:srgbClr val="000000"/>
                </a:solidFill>
              </a:rPr>
              <a:t> </a:t>
            </a:r>
            <a:endParaRPr lang="en-US" sz="1798" dirty="0">
              <a:solidFill>
                <a:srgbClr val="000000"/>
              </a:solidFill>
            </a:endParaRPr>
          </a:p>
          <a:p>
            <a:r>
              <a:rPr lang="en-US" sz="1798" b="1" dirty="0">
                <a:solidFill>
                  <a:srgbClr val="000000"/>
                </a:solidFill>
              </a:rPr>
              <a:t>Machine Tool</a:t>
            </a:r>
            <a:br>
              <a:rPr lang="en-US" sz="1798" b="1" dirty="0">
                <a:solidFill>
                  <a:srgbClr val="000000"/>
                </a:solidFill>
              </a:rPr>
            </a:br>
            <a:endParaRPr lang="en-US" sz="1798" b="1" dirty="0">
              <a:solidFill>
                <a:srgbClr val="000000"/>
              </a:solidFill>
            </a:endParaRPr>
          </a:p>
          <a:p>
            <a:r>
              <a:rPr lang="en-US" sz="1798" b="1" dirty="0">
                <a:solidFill>
                  <a:srgbClr val="000000"/>
                </a:solidFill>
              </a:rPr>
              <a:t>Heller – DE</a:t>
            </a:r>
          </a:p>
          <a:p>
            <a:r>
              <a:rPr lang="en-US" sz="1798" dirty="0">
                <a:solidFill>
                  <a:srgbClr val="000000"/>
                </a:solidFill>
              </a:rPr>
              <a:t>www.Heller.biz</a:t>
            </a:r>
          </a:p>
          <a:p>
            <a:endParaRPr lang="en-US" sz="1798" b="1" dirty="0">
              <a:solidFill>
                <a:srgbClr val="000000"/>
              </a:solidFill>
            </a:endParaRPr>
          </a:p>
          <a:p>
            <a:endParaRPr lang="en-US" sz="1798" b="1" dirty="0">
              <a:solidFill>
                <a:srgbClr val="000000"/>
              </a:solidFill>
            </a:endParaRPr>
          </a:p>
          <a:p>
            <a:r>
              <a:rPr lang="en-US" sz="1798" b="1" dirty="0">
                <a:solidFill>
                  <a:srgbClr val="000000"/>
                </a:solidFill>
              </a:rPr>
              <a:t>5-Axis Machining Centre HF</a:t>
            </a:r>
          </a:p>
          <a:p>
            <a:endParaRPr lang="en-US" sz="1798" b="1" dirty="0">
              <a:solidFill>
                <a:srgbClr val="000000"/>
              </a:solidFill>
            </a:endParaRPr>
          </a:p>
          <a:p>
            <a:r>
              <a:rPr lang="en-US" sz="1798" b="1" u="sng" dirty="0">
                <a:solidFill>
                  <a:srgbClr val="000000"/>
                </a:solidFill>
              </a:rPr>
              <a:t>New machine series for 2017: </a:t>
            </a:r>
          </a:p>
          <a:p>
            <a:r>
              <a:rPr lang="de-DE" sz="1798" b="1" dirty="0">
                <a:solidFill>
                  <a:srgbClr val="000000"/>
                </a:solidFill>
              </a:rPr>
              <a:t>HF 3500 / 5500</a:t>
            </a:r>
          </a:p>
          <a:p>
            <a:r>
              <a:rPr lang="de-DE" sz="1798" b="1" dirty="0">
                <a:solidFill>
                  <a:srgbClr val="000000"/>
                </a:solidFill>
              </a:rPr>
              <a:t>		</a:t>
            </a:r>
            <a:br>
              <a:rPr lang="en-US" sz="1798" b="1" dirty="0">
                <a:solidFill>
                  <a:srgbClr val="000000"/>
                </a:solidFill>
              </a:rPr>
            </a:br>
            <a:r>
              <a:rPr sz="1798" b="1" dirty="0">
                <a:solidFill>
                  <a:srgbClr val="000000"/>
                </a:solidFill>
              </a:rPr>
              <a:t>RSF Size 45 and 35</a:t>
            </a:r>
          </a:p>
          <a:p>
            <a:r>
              <a:rPr lang="en-US" sz="1798" b="1" dirty="0">
                <a:solidFill>
                  <a:srgbClr val="000000"/>
                </a:solidFill>
              </a:rPr>
              <a:t>IMS is used for  X-, Y- and Z-axis -&gt; 3 IMS Systems per machine</a:t>
            </a:r>
          </a:p>
          <a:p>
            <a:endParaRPr lang="en-US" sz="1798" b="1" dirty="0">
              <a:solidFill>
                <a:srgbClr val="000000"/>
              </a:solidFill>
            </a:endParaRPr>
          </a:p>
          <a:p>
            <a:r>
              <a:rPr lang="en-US" sz="1798" b="1" dirty="0">
                <a:solidFill>
                  <a:srgbClr val="000000"/>
                </a:solidFill>
              </a:rPr>
              <a:t>Drive chain: ball screw assembly</a:t>
            </a:r>
            <a:br>
              <a:rPr lang="en-US" sz="1798" b="1" dirty="0">
                <a:solidFill>
                  <a:srgbClr val="000000"/>
                </a:solidFill>
              </a:rPr>
            </a:br>
            <a:endParaRPr lang="en-US" sz="1798" b="1" dirty="0">
              <a:solidFill>
                <a:srgbClr val="000000"/>
              </a:solidFill>
            </a:endParaRPr>
          </a:p>
          <a:p>
            <a:endParaRPr lang="de-DE" sz="1798" b="1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4322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30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pic>
        <p:nvPicPr>
          <p:cNvPr id="21" name="Picture 2_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4" cstate="print"/>
          <a:srcRect l="10256" t="36340" r="38462" b="20051"/>
          <a:stretch>
            <a:fillRect/>
          </a:stretch>
        </p:blipFill>
        <p:spPr bwMode="auto">
          <a:xfrm>
            <a:off x="4847634" y="2206836"/>
            <a:ext cx="5863546" cy="270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feld 21"/>
          <p:cNvSpPr txBox="1"/>
          <p:nvPr>
            <p:custDataLst>
              <p:tags r:id="rId10"/>
            </p:custDataLst>
          </p:nvPr>
        </p:nvSpPr>
        <p:spPr>
          <a:xfrm>
            <a:off x="350852" y="2192628"/>
            <a:ext cx="5026320" cy="1869743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GB" sz="1600" dirty="0">
                <a:solidFill>
                  <a:srgbClr val="000000"/>
                </a:solidFill>
              </a:rPr>
              <a:t>Edge banding machine COMBINA</a:t>
            </a:r>
          </a:p>
          <a:p>
            <a:endParaRPr lang="en-GB" sz="1600" dirty="0">
              <a:solidFill>
                <a:srgbClr val="000000"/>
              </a:solidFill>
            </a:endParaRPr>
          </a:p>
          <a:p>
            <a:r>
              <a:rPr lang="en-GB" sz="1600" dirty="0">
                <a:solidFill>
                  <a:srgbClr val="000000"/>
                </a:solidFill>
              </a:rPr>
              <a:t>Edge processing unit KFA x50</a:t>
            </a:r>
          </a:p>
          <a:p>
            <a:r>
              <a:rPr lang="en-GB" sz="1600" dirty="0">
                <a:solidFill>
                  <a:srgbClr val="000000"/>
                </a:solidFill>
              </a:rPr>
              <a:t>(video: </a:t>
            </a:r>
            <a:r>
              <a:rPr lang="en-GB" sz="1600" dirty="0">
                <a:solidFill>
                  <a:srgbClr val="000000"/>
                </a:solidFill>
                <a:hlinkClick r:id="rId15"/>
              </a:rPr>
              <a:t>https://www.youtube.com/watch?feature=player_embedded&amp;v=Tqb5lo5M9p0#t=139</a:t>
            </a:r>
            <a:r>
              <a:rPr lang="en-GB" sz="1600" dirty="0">
                <a:solidFill>
                  <a:srgbClr val="000000"/>
                </a:solidFill>
              </a:rPr>
              <a:t>  </a:t>
            </a:r>
          </a:p>
          <a:p>
            <a:r>
              <a:rPr lang="en-GB" sz="1600" dirty="0">
                <a:solidFill>
                  <a:srgbClr val="000000"/>
                </a:solidFill>
              </a:rPr>
              <a:t>-&gt; IMS from 2:17 to 2:33)</a:t>
            </a:r>
          </a:p>
          <a:p>
            <a:endParaRPr lang="en-GB" sz="1600" dirty="0">
              <a:solidFill>
                <a:srgbClr val="000000"/>
              </a:solidFill>
            </a:endParaRPr>
          </a:p>
          <a:p>
            <a:endParaRPr lang="en-GB" sz="1600" dirty="0">
              <a:solidFill>
                <a:srgbClr val="000000"/>
              </a:solidFill>
            </a:endParaRPr>
          </a:p>
          <a:p>
            <a:r>
              <a:rPr lang="en-GB" sz="1600" dirty="0">
                <a:solidFill>
                  <a:srgbClr val="000000"/>
                </a:solidFill>
              </a:rPr>
              <a:t>Drive chain: linear motor</a:t>
            </a:r>
          </a:p>
          <a:p>
            <a:endParaRPr lang="en-GB" sz="1600" dirty="0">
              <a:solidFill>
                <a:srgbClr val="000000"/>
              </a:solidFill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16" cstate="print"/>
          <a:srcRect l="8576" t="19231" r="11165" b="39743"/>
          <a:stretch>
            <a:fillRect/>
          </a:stretch>
        </p:blipFill>
        <p:spPr bwMode="auto">
          <a:xfrm>
            <a:off x="8117365" y="931769"/>
            <a:ext cx="2578512" cy="665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Rechteck 25"/>
          <p:cNvSpPr/>
          <p:nvPr>
            <p:custDataLst>
              <p:tags r:id="rId12"/>
            </p:custDataLst>
          </p:nvPr>
        </p:nvSpPr>
        <p:spPr>
          <a:xfrm>
            <a:off x="266700" y="1392726"/>
            <a:ext cx="6409405" cy="676980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>
            <a:noAutofit/>
          </a:bodyPr>
          <a:lstStyle/>
          <a:p>
            <a:r>
              <a:rPr lang="en-US" sz="2000" b="1" dirty="0">
                <a:solidFill>
                  <a:srgbClr val="000000"/>
                </a:solidFill>
              </a:rPr>
              <a:t>Wood-Working Industry</a:t>
            </a:r>
          </a:p>
          <a:p>
            <a:endParaRPr lang="en-US" sz="20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83133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31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pic>
        <p:nvPicPr>
          <p:cNvPr id="13" name="Picture 6" descr="http://www.hegenscheidt-mfd.com/wp-content/uploads/2011/07/U2000_150_01.jp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746" y="1339905"/>
            <a:ext cx="5179378" cy="387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http://www.hegenscheidt-mfd.com/wp-content/uploads/2011/07/U2000_150_06.jp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95" y="2832551"/>
            <a:ext cx="2886135" cy="216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hteck 18"/>
          <p:cNvSpPr/>
          <p:nvPr>
            <p:custDataLst>
              <p:tags r:id="rId11"/>
            </p:custDataLst>
          </p:nvPr>
        </p:nvSpPr>
        <p:spPr>
          <a:xfrm>
            <a:off x="58570" y="979987"/>
            <a:ext cx="6290925" cy="199289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89750" tIns="44875" rIns="89750" bIns="44875">
            <a:noAutofit/>
          </a:bodyPr>
          <a:lstStyle/>
          <a:p>
            <a:endParaRPr lang="en-GB" sz="1766" dirty="0">
              <a:solidFill>
                <a:srgbClr val="000000"/>
              </a:solidFill>
            </a:endParaRPr>
          </a:p>
          <a:p>
            <a:r>
              <a:rPr lang="en-GB" sz="1766" b="1" dirty="0">
                <a:solidFill>
                  <a:srgbClr val="000000"/>
                </a:solidFill>
              </a:rPr>
              <a:t>Wheelset machining – Underfloor wheelset lathe</a:t>
            </a:r>
          </a:p>
          <a:p>
            <a:endParaRPr lang="en-GB" sz="1766" dirty="0">
              <a:solidFill>
                <a:srgbClr val="000000"/>
              </a:solidFill>
            </a:endParaRPr>
          </a:p>
          <a:p>
            <a:r>
              <a:rPr lang="en-US" sz="1766" dirty="0">
                <a:solidFill>
                  <a:srgbClr val="000000"/>
                </a:solidFill>
              </a:rPr>
              <a:t>IMS systems for measuring wear and the </a:t>
            </a:r>
          </a:p>
          <a:p>
            <a:r>
              <a:rPr lang="en-US" sz="1766" dirty="0">
                <a:solidFill>
                  <a:srgbClr val="000000"/>
                </a:solidFill>
              </a:rPr>
              <a:t>diameter of wheel.</a:t>
            </a:r>
          </a:p>
          <a:p>
            <a:endParaRPr lang="en-US" sz="1766" dirty="0">
              <a:solidFill>
                <a:srgbClr val="000000"/>
              </a:solidFill>
            </a:endParaRPr>
          </a:p>
          <a:p>
            <a:endParaRPr lang="en-GB" sz="1766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080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32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sp>
        <p:nvSpPr>
          <p:cNvPr id="13" name="Textfeld 12"/>
          <p:cNvSpPr txBox="1"/>
          <p:nvPr>
            <p:custDataLst>
              <p:tags r:id="rId9"/>
            </p:custDataLst>
          </p:nvPr>
        </p:nvSpPr>
        <p:spPr>
          <a:xfrm>
            <a:off x="350590" y="1230316"/>
            <a:ext cx="8533351" cy="3570208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 rtlCol="0">
            <a:noAutofit/>
          </a:bodyPr>
          <a:lstStyle/>
          <a:p>
            <a:r>
              <a:rPr lang="en-GB" sz="2000" b="1" dirty="0">
                <a:solidFill>
                  <a:srgbClr val="000000"/>
                </a:solidFill>
              </a:rPr>
              <a:t>Automation systems for battery and display manufacturing systems</a:t>
            </a:r>
          </a:p>
          <a:p>
            <a:endParaRPr lang="en-GB" sz="2000" b="1" dirty="0">
              <a:solidFill>
                <a:srgbClr val="000000"/>
              </a:solidFill>
            </a:endParaRPr>
          </a:p>
          <a:p>
            <a:endParaRPr lang="en-GB" sz="2000" dirty="0">
              <a:solidFill>
                <a:srgbClr val="000000"/>
              </a:solidFill>
            </a:endParaRPr>
          </a:p>
          <a:p>
            <a:r>
              <a:rPr lang="en-GB" sz="2000" dirty="0">
                <a:solidFill>
                  <a:srgbClr val="000000"/>
                </a:solidFill>
              </a:rPr>
              <a:t>Example: modular system, based on Rexroth components:</a:t>
            </a:r>
          </a:p>
          <a:p>
            <a:endParaRPr lang="en-GB" sz="2000" dirty="0">
              <a:solidFill>
                <a:srgbClr val="000000"/>
              </a:solidFill>
            </a:endParaRPr>
          </a:p>
          <a:p>
            <a:pPr marL="180921" indent="-180921">
              <a:buFont typeface="Arial" pitchFamily="34" charset="0"/>
              <a:buChar char="•"/>
            </a:pPr>
            <a:r>
              <a:rPr lang="en-GB" sz="2000" dirty="0">
                <a:solidFill>
                  <a:srgbClr val="000000"/>
                </a:solidFill>
              </a:rPr>
              <a:t>IMS-I and IMS-A:  BSHP size 25</a:t>
            </a:r>
            <a:br>
              <a:rPr lang="en-GB" sz="2000" dirty="0">
                <a:solidFill>
                  <a:srgbClr val="000000"/>
                </a:solidFill>
              </a:rPr>
            </a:br>
            <a:endParaRPr lang="en-GB" sz="2000" dirty="0">
              <a:solidFill>
                <a:srgbClr val="000000"/>
              </a:solidFill>
            </a:endParaRPr>
          </a:p>
          <a:p>
            <a:pPr marL="180921" indent="-180921">
              <a:buFont typeface="Arial" pitchFamily="34" charset="0"/>
              <a:buChar char="•"/>
            </a:pPr>
            <a:r>
              <a:rPr lang="en-GB" sz="2000" dirty="0">
                <a:solidFill>
                  <a:srgbClr val="000000"/>
                </a:solidFill>
              </a:rPr>
              <a:t>Ball rail system BSHP</a:t>
            </a:r>
            <a:br>
              <a:rPr lang="en-GB" sz="2000" dirty="0">
                <a:solidFill>
                  <a:srgbClr val="000000"/>
                </a:solidFill>
              </a:rPr>
            </a:br>
            <a:endParaRPr lang="en-GB" sz="2000" dirty="0">
              <a:solidFill>
                <a:srgbClr val="000000"/>
              </a:solidFill>
            </a:endParaRPr>
          </a:p>
          <a:p>
            <a:pPr marL="180921" indent="-180921">
              <a:buFont typeface="Arial" pitchFamily="34" charset="0"/>
              <a:buChar char="•"/>
            </a:pPr>
            <a:r>
              <a:rPr lang="en-GB" sz="2000" dirty="0" err="1">
                <a:solidFill>
                  <a:srgbClr val="000000"/>
                </a:solidFill>
              </a:rPr>
              <a:t>IndraDrive</a:t>
            </a:r>
            <a:r>
              <a:rPr lang="en-GB" sz="2000" dirty="0">
                <a:solidFill>
                  <a:srgbClr val="000000"/>
                </a:solidFill>
              </a:rPr>
              <a:t> Cs</a:t>
            </a:r>
            <a:br>
              <a:rPr lang="en-GB" sz="2000" dirty="0">
                <a:solidFill>
                  <a:srgbClr val="000000"/>
                </a:solidFill>
              </a:rPr>
            </a:br>
            <a:endParaRPr lang="en-GB" sz="2000" dirty="0">
              <a:solidFill>
                <a:srgbClr val="000000"/>
              </a:solidFill>
            </a:endParaRPr>
          </a:p>
          <a:p>
            <a:pPr marL="180921" indent="-180921">
              <a:buFont typeface="Arial" pitchFamily="34" charset="0"/>
              <a:buChar char="•"/>
            </a:pPr>
            <a:r>
              <a:rPr lang="en-GB" sz="2000" dirty="0">
                <a:solidFill>
                  <a:srgbClr val="000000"/>
                </a:solidFill>
              </a:rPr>
              <a:t>Linear motor MCP/MCS040</a:t>
            </a:r>
          </a:p>
          <a:p>
            <a:pPr marL="180921" indent="-180921">
              <a:buFont typeface="Arial" pitchFamily="34" charset="0"/>
              <a:buChar char="•"/>
            </a:pPr>
            <a:endParaRPr lang="en-GB" sz="2000" dirty="0">
              <a:solidFill>
                <a:srgbClr val="000000"/>
              </a:solidFill>
            </a:endParaRPr>
          </a:p>
          <a:p>
            <a:r>
              <a:rPr lang="en-GB" sz="2000" dirty="0">
                <a:solidFill>
                  <a:srgbClr val="000000"/>
                </a:solidFill>
              </a:rPr>
              <a:t>Drive chain: linear motor</a:t>
            </a:r>
          </a:p>
          <a:p>
            <a:endParaRPr lang="de-DE" sz="2000" dirty="0">
              <a:solidFill>
                <a:srgbClr val="000000"/>
              </a:solidFill>
            </a:endParaRPr>
          </a:p>
        </p:txBody>
      </p:sp>
      <p:pic>
        <p:nvPicPr>
          <p:cNvPr id="14" name="Picture 9_" descr="http://www.manz.com/files/Manz_Vacuum-coating_VCS_1200_300dpi.jpg5065a43b0b552/Manz_Vacuum-coating_VCS_1200_300dpi.jpg?width=678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2" cstate="print"/>
          <a:srcRect l="34008" b="37250"/>
          <a:stretch>
            <a:fillRect/>
          </a:stretch>
        </p:blipFill>
        <p:spPr bwMode="auto">
          <a:xfrm>
            <a:off x="6107185" y="2199548"/>
            <a:ext cx="4483272" cy="3181547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891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33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pic>
        <p:nvPicPr>
          <p:cNvPr id="9" name="Grafik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79" y="1419497"/>
            <a:ext cx="5956551" cy="397594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771" y="518514"/>
            <a:ext cx="4102754" cy="2738551"/>
          </a:xfrm>
          <a:prstGeom prst="rect">
            <a:avLst/>
          </a:prstGeom>
        </p:spPr>
      </p:pic>
      <p:sp>
        <p:nvSpPr>
          <p:cNvPr id="11" name="Textfeld 10"/>
          <p:cNvSpPr txBox="1"/>
          <p:nvPr>
            <p:custDataLst>
              <p:tags r:id="rId11"/>
            </p:custDataLst>
          </p:nvPr>
        </p:nvSpPr>
        <p:spPr>
          <a:xfrm>
            <a:off x="7064318" y="3771333"/>
            <a:ext cx="3611161" cy="1461083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89656" tIns="46621" rIns="89656" bIns="46621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793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Plotter Application: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79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Linear motor in X-</a:t>
            </a:r>
            <a:r>
              <a:rPr kumimoji="0" lang="en-US" sz="1793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and Y-axis</a:t>
            </a:r>
            <a:endParaRPr kumimoji="0" lang="en-US" sz="179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793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X-axis is a gantry configuration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793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Y-axis carries the plotter</a:t>
            </a:r>
            <a:endParaRPr kumimoji="0" lang="en-US" sz="1793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2536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34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pic>
        <p:nvPicPr>
          <p:cNvPr id="11" name="Grafik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329033" y="983995"/>
            <a:ext cx="2210377" cy="1536582"/>
          </a:xfrm>
          <a:prstGeom prst="rect">
            <a:avLst/>
          </a:prstGeom>
        </p:spPr>
      </p:pic>
      <p:sp>
        <p:nvSpPr>
          <p:cNvPr id="15" name="Textfeld 14"/>
          <p:cNvSpPr txBox="1"/>
          <p:nvPr>
            <p:custDataLst>
              <p:tags r:id="rId10"/>
            </p:custDataLst>
          </p:nvPr>
        </p:nvSpPr>
        <p:spPr>
          <a:xfrm>
            <a:off x="471174" y="2176148"/>
            <a:ext cx="3530893" cy="36923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 rtlCol="0">
            <a:noAutofit/>
          </a:bodyPr>
          <a:lstStyle/>
          <a:p>
            <a:r>
              <a:rPr lang="de-DE" sz="1799" dirty="0" err="1">
                <a:solidFill>
                  <a:srgbClr val="000000"/>
                </a:solidFill>
              </a:rPr>
              <a:t>Machine</a:t>
            </a:r>
            <a:r>
              <a:rPr lang="de-DE" sz="1799" dirty="0">
                <a:solidFill>
                  <a:srgbClr val="000000"/>
                </a:solidFill>
              </a:rPr>
              <a:t>-Type: IPS 220, IPS 400</a:t>
            </a:r>
          </a:p>
        </p:txBody>
      </p:sp>
      <p:pic>
        <p:nvPicPr>
          <p:cNvPr id="16" name="Grafik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673275" y="2408632"/>
            <a:ext cx="4706865" cy="2541692"/>
          </a:xfrm>
          <a:prstGeom prst="rect">
            <a:avLst/>
          </a:prstGeom>
        </p:spPr>
      </p:pic>
      <p:sp>
        <p:nvSpPr>
          <p:cNvPr id="17" name="Rechteck 16"/>
          <p:cNvSpPr/>
          <p:nvPr>
            <p:custDataLst>
              <p:tags r:id="rId12"/>
            </p:custDataLst>
          </p:nvPr>
        </p:nvSpPr>
        <p:spPr>
          <a:xfrm>
            <a:off x="394994" y="2709681"/>
            <a:ext cx="5037429" cy="1815415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HelveticaNeueLT Std"/>
              </a:rPr>
              <a:t>The take-out robot is driven by latest-generation belt-free (and, therefore, maintenance-free) linear motors, ensuring accuracy, speed and repeatability of robot movements.</a:t>
            </a:r>
          </a:p>
          <a:p>
            <a:endParaRPr lang="en-US" sz="1400" dirty="0">
              <a:solidFill>
                <a:srgbClr val="000000"/>
              </a:solidFill>
              <a:latin typeface="HelveticaNeueLT Std"/>
            </a:endParaRPr>
          </a:p>
          <a:p>
            <a:endParaRPr lang="en-US" sz="1400" dirty="0">
              <a:solidFill>
                <a:srgbClr val="000000"/>
              </a:solidFill>
              <a:latin typeface="HelveticaNeueLT Std"/>
            </a:endParaRPr>
          </a:p>
          <a:p>
            <a:endParaRPr lang="en-US" sz="1400" dirty="0">
              <a:solidFill>
                <a:srgbClr val="000000"/>
              </a:solidFill>
              <a:latin typeface="HelveticaNeueLT Std"/>
            </a:endParaRP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HelveticaNeueLT Std"/>
              </a:rPr>
              <a:t>IMS-I ball rail system, Size 45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HelveticaNeueLT Std"/>
              </a:rPr>
              <a:t>Rexroth linear motor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i="1" dirty="0">
                <a:solidFill>
                  <a:srgbClr val="000000"/>
                </a:solidFill>
              </a:rPr>
              <a:t>MLP 100C-0190</a:t>
            </a:r>
            <a:r>
              <a:rPr lang="en-US" sz="1400" i="1" dirty="0">
                <a:solidFill>
                  <a:srgbClr val="000000"/>
                </a:solidFill>
                <a:latin typeface="HelveticaNeueLT Std"/>
              </a:rPr>
              <a:t> and </a:t>
            </a:r>
            <a:r>
              <a:rPr lang="en-US" sz="1400" i="1" dirty="0" err="1">
                <a:solidFill>
                  <a:srgbClr val="000000"/>
                </a:solidFill>
                <a:latin typeface="HelveticaNeueLT Std"/>
              </a:rPr>
              <a:t>IndraDrive</a:t>
            </a:r>
            <a:endParaRPr lang="de-DE" sz="1400" i="1" dirty="0">
              <a:solidFill>
                <a:srgbClr val="000000"/>
              </a:solidFill>
            </a:endParaRPr>
          </a:p>
        </p:txBody>
      </p:sp>
      <p:sp>
        <p:nvSpPr>
          <p:cNvPr id="18" name="Rechteck 17"/>
          <p:cNvSpPr/>
          <p:nvPr>
            <p:custDataLst>
              <p:tags r:id="rId13"/>
            </p:custDataLst>
          </p:nvPr>
        </p:nvSpPr>
        <p:spPr>
          <a:xfrm>
            <a:off x="299768" y="4943098"/>
            <a:ext cx="10417670" cy="553856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91440" tIns="45720" rIns="91440" bIns="45720">
            <a:noAutofit/>
          </a:bodyPr>
          <a:lstStyle/>
          <a:p>
            <a:r>
              <a:rPr lang="de-DE" sz="1600" i="1" dirty="0">
                <a:solidFill>
                  <a:srgbClr val="000000"/>
                </a:solidFill>
              </a:rPr>
              <a:t>Video: </a:t>
            </a:r>
            <a:r>
              <a:rPr lang="de-DE" sz="1600" dirty="0">
                <a:solidFill>
                  <a:srgbClr val="000000"/>
                </a:solidFill>
                <a:hlinkClick r:id="rId20"/>
              </a:rPr>
              <a:t>http://multimedia.sacmi.com/ABCENetMediaPlayer.aspx?src=/Streaming/SacmiImola/Plastics/Injection_Preforms_System.wmv&amp;AutoPlay=1</a:t>
            </a:r>
            <a:endParaRPr lang="de-DE" sz="1600" dirty="0">
              <a:solidFill>
                <a:srgbClr val="000000"/>
              </a:solidFill>
            </a:endParaRPr>
          </a:p>
          <a:p>
            <a:r>
              <a:rPr lang="de-DE" sz="1600" i="1" dirty="0">
                <a:solidFill>
                  <a:srgbClr val="000000"/>
                </a:solidFill>
              </a:rPr>
              <a:t>-&gt; </a:t>
            </a:r>
            <a:r>
              <a:rPr lang="de-DE" sz="1600" i="1" dirty="0" err="1">
                <a:solidFill>
                  <a:srgbClr val="000000"/>
                </a:solidFill>
              </a:rPr>
              <a:t>take</a:t>
            </a:r>
            <a:r>
              <a:rPr lang="de-DE" sz="1600" i="1" dirty="0">
                <a:solidFill>
                  <a:srgbClr val="000000"/>
                </a:solidFill>
              </a:rPr>
              <a:t> out </a:t>
            </a:r>
            <a:r>
              <a:rPr lang="de-DE" sz="1600" i="1" dirty="0" err="1">
                <a:solidFill>
                  <a:srgbClr val="000000"/>
                </a:solidFill>
              </a:rPr>
              <a:t>robot</a:t>
            </a:r>
            <a:r>
              <a:rPr lang="de-DE" sz="1600" i="1" dirty="0">
                <a:solidFill>
                  <a:srgbClr val="000000"/>
                </a:solidFill>
              </a:rPr>
              <a:t> </a:t>
            </a:r>
            <a:r>
              <a:rPr lang="de-DE" sz="1600" i="1" dirty="0" err="1">
                <a:solidFill>
                  <a:srgbClr val="000000"/>
                </a:solidFill>
              </a:rPr>
              <a:t>with</a:t>
            </a:r>
            <a:r>
              <a:rPr lang="de-DE" sz="1600" i="1" dirty="0">
                <a:solidFill>
                  <a:srgbClr val="000000"/>
                </a:solidFill>
              </a:rPr>
              <a:t> linear </a:t>
            </a:r>
            <a:r>
              <a:rPr lang="de-DE" sz="1600" i="1" dirty="0" err="1">
                <a:solidFill>
                  <a:srgbClr val="000000"/>
                </a:solidFill>
              </a:rPr>
              <a:t>motor</a:t>
            </a:r>
            <a:r>
              <a:rPr lang="de-DE" sz="1600" i="1" dirty="0">
                <a:solidFill>
                  <a:srgbClr val="000000"/>
                </a:solidFill>
              </a:rPr>
              <a:t> @ ~ 1min, 36s</a:t>
            </a:r>
          </a:p>
        </p:txBody>
      </p:sp>
      <p:pic>
        <p:nvPicPr>
          <p:cNvPr id="19" name="Grafik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030296" y="919973"/>
            <a:ext cx="1820301" cy="1009934"/>
          </a:xfrm>
          <a:prstGeom prst="rect">
            <a:avLst/>
          </a:prstGeom>
        </p:spPr>
      </p:pic>
      <p:pic>
        <p:nvPicPr>
          <p:cNvPr id="20" name="Picture 2" descr="SacmiGruppo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153" y="645905"/>
            <a:ext cx="1809285" cy="56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hteck 20"/>
          <p:cNvSpPr/>
          <p:nvPr>
            <p:custDataLst>
              <p:tags r:id="rId16"/>
            </p:custDataLst>
          </p:nvPr>
        </p:nvSpPr>
        <p:spPr>
          <a:xfrm>
            <a:off x="469782" y="1597910"/>
            <a:ext cx="3582110" cy="36923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1440" tIns="45720" rIns="91440" bIns="45720">
            <a:noAutofit/>
          </a:bodyPr>
          <a:lstStyle/>
          <a:p>
            <a:r>
              <a:rPr lang="de-DE" sz="1799" b="1" dirty="0">
                <a:solidFill>
                  <a:srgbClr val="000000"/>
                </a:solidFill>
              </a:rPr>
              <a:t>PET </a:t>
            </a:r>
            <a:r>
              <a:rPr lang="de-DE" sz="1799" b="1" dirty="0" err="1">
                <a:solidFill>
                  <a:srgbClr val="000000"/>
                </a:solidFill>
              </a:rPr>
              <a:t>Preform</a:t>
            </a:r>
            <a:r>
              <a:rPr lang="de-DE" sz="1799" b="1" dirty="0">
                <a:solidFill>
                  <a:srgbClr val="000000"/>
                </a:solidFill>
              </a:rPr>
              <a:t> </a:t>
            </a:r>
            <a:r>
              <a:rPr lang="de-DE" sz="1799" b="1" dirty="0" err="1">
                <a:solidFill>
                  <a:srgbClr val="000000"/>
                </a:solidFill>
              </a:rPr>
              <a:t>Injection</a:t>
            </a:r>
            <a:r>
              <a:rPr lang="de-DE" sz="1799" b="1" dirty="0">
                <a:solidFill>
                  <a:srgbClr val="000000"/>
                </a:solidFill>
              </a:rPr>
              <a:t> </a:t>
            </a:r>
            <a:r>
              <a:rPr lang="de-DE" sz="1799" b="1" dirty="0" err="1">
                <a:solidFill>
                  <a:srgbClr val="000000"/>
                </a:solidFill>
              </a:rPr>
              <a:t>systems</a:t>
            </a:r>
            <a:endParaRPr lang="de-DE" sz="1799" b="1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3968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35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</a:p>
        </p:txBody>
      </p:sp>
      <p:sp>
        <p:nvSpPr>
          <p:cNvPr id="22" name="Rechteck 21"/>
          <p:cNvSpPr/>
          <p:nvPr>
            <p:custDataLst>
              <p:tags r:id="rId9"/>
            </p:custDataLst>
          </p:nvPr>
        </p:nvSpPr>
        <p:spPr>
          <a:xfrm>
            <a:off x="347345" y="1042670"/>
            <a:ext cx="8225524" cy="40769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lIns="91416" tIns="45708" rIns="91416" bIns="45708">
            <a:noAutofit/>
          </a:bodyPr>
          <a:lstStyle/>
          <a:p>
            <a:r>
              <a:rPr lang="de-DE" sz="1799" dirty="0">
                <a:solidFill>
                  <a:srgbClr val="000000"/>
                </a:solidFill>
              </a:rPr>
              <a:t> </a:t>
            </a:r>
            <a:endParaRPr lang="en-US" sz="1799" b="1" dirty="0">
              <a:solidFill>
                <a:srgbClr val="000000"/>
              </a:solidFill>
            </a:endParaRPr>
          </a:p>
          <a:p>
            <a:r>
              <a:rPr lang="en-US" sz="1799" b="1" dirty="0">
                <a:solidFill>
                  <a:srgbClr val="000000"/>
                </a:solidFill>
              </a:rPr>
              <a:t>Welding technology and automation</a:t>
            </a:r>
          </a:p>
          <a:p>
            <a:r>
              <a:rPr lang="en-US" sz="1799" b="1" dirty="0">
                <a:solidFill>
                  <a:srgbClr val="000000"/>
                </a:solidFill>
              </a:rPr>
              <a:t>-&gt; IMS used for quality control of process. </a:t>
            </a:r>
          </a:p>
          <a:p>
            <a:endParaRPr lang="en-US" sz="1799" b="1" dirty="0">
              <a:solidFill>
                <a:srgbClr val="000000"/>
              </a:solidFill>
            </a:endParaRPr>
          </a:p>
          <a:p>
            <a:endParaRPr lang="en-US" sz="1799" b="1" dirty="0">
              <a:solidFill>
                <a:srgbClr val="000000"/>
              </a:solidFill>
            </a:endParaRPr>
          </a:p>
          <a:p>
            <a:r>
              <a:rPr lang="en-US" sz="1799" b="1" dirty="0">
                <a:solidFill>
                  <a:srgbClr val="000000"/>
                </a:solidFill>
              </a:rPr>
              <a:t>Process: </a:t>
            </a:r>
            <a:br>
              <a:rPr lang="en-US" sz="1799" b="1" dirty="0">
                <a:solidFill>
                  <a:srgbClr val="000000"/>
                </a:solidFill>
              </a:rPr>
            </a:br>
            <a:r>
              <a:rPr lang="en-US" sz="1799" dirty="0">
                <a:solidFill>
                  <a:srgbClr val="000000"/>
                </a:solidFill>
              </a:rPr>
              <a:t>CD-welding with high-current pulse</a:t>
            </a:r>
            <a:br>
              <a:rPr lang="en-US" sz="1799" b="1" dirty="0">
                <a:solidFill>
                  <a:srgbClr val="000000"/>
                </a:solidFill>
              </a:rPr>
            </a:br>
            <a:br>
              <a:rPr lang="en-US" sz="1799" b="1" dirty="0">
                <a:solidFill>
                  <a:srgbClr val="000000"/>
                </a:solidFill>
              </a:rPr>
            </a:br>
            <a:r>
              <a:rPr lang="en-US" sz="1799" b="1" dirty="0">
                <a:solidFill>
                  <a:srgbClr val="000000"/>
                </a:solidFill>
              </a:rPr>
              <a:t>Typical applications: </a:t>
            </a:r>
            <a:br>
              <a:rPr lang="en-US" sz="1799" b="1" dirty="0">
                <a:solidFill>
                  <a:srgbClr val="000000"/>
                </a:solidFill>
              </a:rPr>
            </a:br>
            <a:r>
              <a:rPr lang="en-US" sz="1799" dirty="0">
                <a:solidFill>
                  <a:srgbClr val="000000"/>
                </a:solidFill>
              </a:rPr>
              <a:t>Gear box parts, common rail, airbag inflator, seat recliner, etc.</a:t>
            </a:r>
          </a:p>
          <a:p>
            <a:endParaRPr lang="en-US" sz="1799" b="1" dirty="0">
              <a:solidFill>
                <a:srgbClr val="000000"/>
              </a:solidFill>
            </a:endParaRPr>
          </a:p>
          <a:p>
            <a:r>
              <a:rPr lang="en-US" sz="1799" b="1" dirty="0">
                <a:solidFill>
                  <a:srgbClr val="000000"/>
                </a:solidFill>
              </a:rPr>
              <a:t>IMS-A, roller rail system, size 35</a:t>
            </a:r>
          </a:p>
          <a:p>
            <a:endParaRPr lang="en-US" sz="1799" b="1" dirty="0">
              <a:solidFill>
                <a:srgbClr val="000000"/>
              </a:solidFill>
            </a:endParaRPr>
          </a:p>
          <a:p>
            <a:r>
              <a:rPr lang="en-US" sz="1799" b="1" dirty="0">
                <a:solidFill>
                  <a:srgbClr val="000000"/>
                </a:solidFill>
              </a:rPr>
              <a:t>Drive chain: ball screw assembly</a:t>
            </a:r>
          </a:p>
          <a:p>
            <a:endParaRPr lang="de-DE" sz="1799" b="1" dirty="0">
              <a:solidFill>
                <a:srgbClr val="000000"/>
              </a:solidFill>
            </a:endParaRPr>
          </a:p>
        </p:txBody>
      </p:sp>
      <p:pic>
        <p:nvPicPr>
          <p:cNvPr id="23" name="Grafik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946" y="1177585"/>
            <a:ext cx="2447683" cy="4351438"/>
          </a:xfrm>
          <a:prstGeom prst="rect">
            <a:avLst/>
          </a:prstGeom>
        </p:spPr>
      </p:pic>
      <p:pic>
        <p:nvPicPr>
          <p:cNvPr id="24" name="Picture 2" descr="http://www.glamatronic.de/images/GLt-imageHead_index_01_en.gif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6"/>
          <a:stretch/>
        </p:blipFill>
        <p:spPr bwMode="auto">
          <a:xfrm>
            <a:off x="5422663" y="1213580"/>
            <a:ext cx="2734249" cy="204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_" descr="http://www.glamatronic.de/images/GLt-imageHead_index_04_en.gif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0" t="6875" r="2039" b="10699"/>
          <a:stretch/>
        </p:blipFill>
        <p:spPr bwMode="auto">
          <a:xfrm>
            <a:off x="5476665" y="3811053"/>
            <a:ext cx="2680247" cy="170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3787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36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Where to use?</a:t>
            </a:r>
            <a:endParaRPr lang="de-DE" dirty="0">
              <a:solidFill>
                <a:srgbClr val="00CCFF"/>
              </a:solidFill>
              <a:latin typeface="Bosch Office Sans" pitchFamily="2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350628" y="2931475"/>
            <a:ext cx="8823657" cy="24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_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740387" y="1042670"/>
            <a:ext cx="343389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feld 10"/>
          <p:cNvSpPr txBox="1"/>
          <p:nvPr>
            <p:custDataLst>
              <p:tags r:id="rId11"/>
            </p:custDataLst>
          </p:nvPr>
        </p:nvSpPr>
        <p:spPr>
          <a:xfrm>
            <a:off x="410845" y="1071019"/>
            <a:ext cx="5000385" cy="1825757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0000" tIns="46800" rIns="90000" bIns="4680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kern="0" noProof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Demonstration unit from Bosch Rexroth: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Small axis consists of: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Ironless linear motor</a:t>
            </a: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IMS-I / IMS-A runner block and rail, BSHP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size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20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  <a:p>
            <a:pPr marL="285750" marR="0" indent="-28575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kern="0" noProof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Mechanical assembly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0483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37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259080" y="259080"/>
            <a:ext cx="9872980" cy="520446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IMS can be used for many different applications in different branches.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4000">
              <a:solidFill>
                <a:srgbClr val="00CCFF"/>
              </a:solidFill>
              <a:latin typeface="Bosch Office Sans" pitchFamily="2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4000">
              <a:solidFill>
                <a:srgbClr val="00CCFF"/>
              </a:solidFill>
              <a:latin typeface="Bosch Office Sans" pitchFamily="2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Integrated + Precise + Robust</a:t>
            </a:r>
            <a:endParaRPr lang="en-US" sz="4000" dirty="0">
              <a:solidFill>
                <a:srgbClr val="00CCFF"/>
              </a:solidFill>
              <a:latin typeface="Bosch Office Sans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82567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795" name="Textfeld 3"/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259080" y="259080"/>
            <a:ext cx="10452100" cy="38862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 eaLnBrk="0" hangingPunct="0">
              <a:lnSpc>
                <a:spcPct val="89000"/>
              </a:lnSpc>
            </a:pPr>
            <a:r>
              <a:rPr lang="en-GB" sz="2800">
                <a:solidFill>
                  <a:srgbClr val="002B49"/>
                </a:solidFill>
              </a:rPr>
              <a:t>Integrated Measuring System IMS</a:t>
            </a:r>
          </a:p>
        </p:txBody>
      </p:sp>
      <p:sp>
        <p:nvSpPr>
          <p:cNvPr id="33796" name="Titel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altLang="en-US" dirty="0">
                <a:solidFill>
                  <a:srgbClr val="00CCFF"/>
                </a:solidFill>
                <a:latin typeface="Bosch Office Sans" pitchFamily="2" charset="0"/>
              </a:rPr>
              <a:t>TCO - t</a:t>
            </a: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otal cost of ownership</a:t>
            </a:r>
            <a:endParaRPr lang="en-US" altLang="en-US" dirty="0">
              <a:solidFill>
                <a:srgbClr val="00CCFF"/>
              </a:solidFill>
              <a:latin typeface="Bosch Office Sans" pitchFamily="2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259080" y="1585095"/>
            <a:ext cx="10452100" cy="4168140"/>
          </a:xfrm>
          <a:solidFill>
            <a:scrgbClr r="0" g="0" b="0">
              <a:alpha val="0"/>
            </a:scrgbClr>
          </a:solidFill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 marL="0" indent="0">
              <a:spcBef>
                <a:spcPts val="1200"/>
              </a:spcBef>
              <a:buNone/>
              <a:tabLst>
                <a:tab pos="3313706" algn="l"/>
              </a:tabLst>
              <a:defRPr/>
            </a:pPr>
            <a:r>
              <a:rPr lang="en-US" dirty="0">
                <a:solidFill>
                  <a:srgbClr val="000000"/>
                </a:solidFill>
              </a:rPr>
              <a:t>		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Purchase Prize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Cost of Assembly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Cost of Adjustment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Energy consumption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Maintenance</a:t>
            </a:r>
          </a:p>
          <a:p>
            <a:pPr>
              <a:spcBef>
                <a:spcPts val="1200"/>
              </a:spcBef>
              <a:defRPr/>
            </a:pPr>
            <a:r>
              <a:rPr lang="en-US" dirty="0">
                <a:solidFill>
                  <a:srgbClr val="000000"/>
                </a:solidFill>
              </a:rPr>
              <a:t>Disassembly, Disposal Fees</a:t>
            </a:r>
          </a:p>
        </p:txBody>
      </p:sp>
      <p:sp>
        <p:nvSpPr>
          <p:cNvPr id="8" name="Rechteck 7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grpSp>
        <p:nvGrpSpPr>
          <p:cNvPr id="33" name="Gruppieren 32"/>
          <p:cNvGrpSpPr/>
          <p:nvPr/>
        </p:nvGrpSpPr>
        <p:grpSpPr>
          <a:xfrm>
            <a:off x="257740" y="3382522"/>
            <a:ext cx="8979222" cy="1425482"/>
            <a:chOff x="157655" y="2592519"/>
            <a:chExt cx="9066355" cy="1439312"/>
          </a:xfrm>
        </p:grpSpPr>
        <p:sp>
          <p:nvSpPr>
            <p:cNvPr id="34" name="Rechteck 33"/>
            <p:cNvSpPr/>
            <p:nvPr>
              <p:custDataLst>
                <p:tags r:id="rId24"/>
              </p:custDataLst>
            </p:nvPr>
          </p:nvSpPr>
          <p:spPr>
            <a:xfrm>
              <a:off x="157655" y="2592519"/>
              <a:ext cx="9066355" cy="1439312"/>
            </a:xfrm>
            <a:prstGeom prst="rect">
              <a:avLst/>
            </a:prstGeom>
            <a:solidFill>
              <a:srgbClr val="5A7C91">
                <a:alpha val="46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5" name="Textfeld 34"/>
            <p:cNvSpPr txBox="1"/>
            <p:nvPr>
              <p:custDataLst>
                <p:tags r:id="rId25"/>
              </p:custDataLst>
            </p:nvPr>
          </p:nvSpPr>
          <p:spPr>
            <a:xfrm rot="1680000">
              <a:off x="3066732" y="3095891"/>
              <a:ext cx="1951473" cy="368308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 lIns="90000" tIns="46800" rIns="90000" bIns="46800" rtlCol="0">
              <a:sp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kern="0" cap="none" spc="0" normalizeH="0" baseline="0" dirty="0">
                  <a:ln>
                    <a:noFill/>
                  </a:ln>
                  <a:solidFill>
                    <a:srgbClr val="5A7C91"/>
                  </a:solidFill>
                  <a:effectLst/>
                  <a:uLnTx/>
                  <a:uFillTx/>
                  <a:latin typeface="+mn-lt"/>
                  <a:ea typeface="Bosch Office Sans" panose="020B0604020202020204" pitchFamily="34" charset="-128"/>
                  <a:cs typeface="Arial" pitchFamily="34" charset="0"/>
                </a:rPr>
                <a:t>Machine </a:t>
              </a:r>
              <a:r>
                <a:rPr kumimoji="0" lang="en-US" sz="1800" b="0" i="0" u="none" strike="noStrike" kern="0" cap="none" spc="0" normalizeH="0" baseline="0" dirty="0" err="1">
                  <a:ln>
                    <a:noFill/>
                  </a:ln>
                  <a:solidFill>
                    <a:srgbClr val="5A7C91"/>
                  </a:solidFill>
                  <a:effectLst/>
                  <a:uLnTx/>
                  <a:uFillTx/>
                  <a:latin typeface="+mn-lt"/>
                  <a:ea typeface="Bosch Office Sans" panose="020B0604020202020204" pitchFamily="34" charset="-128"/>
                  <a:cs typeface="Arial" pitchFamily="34" charset="0"/>
                </a:rPr>
                <a:t>enduser</a:t>
              </a:r>
              <a:endParaRPr kumimoji="0" lang="en-US" sz="1800" b="0" i="0" u="none" strike="noStrike" kern="0" cap="none" spc="0" normalizeH="0" baseline="0" dirty="0">
                <a:ln>
                  <a:noFill/>
                </a:ln>
                <a:solidFill>
                  <a:srgbClr val="5A7C91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endParaRPr>
            </a:p>
          </p:txBody>
        </p:sp>
      </p:grpSp>
      <p:sp>
        <p:nvSpPr>
          <p:cNvPr id="6" name="Rechteck 5"/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38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extfeld 1" hidden="1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/>
          <p:nvPr>
            <p:custDataLst>
              <p:tags r:id="rId10"/>
            </p:custDataLst>
          </p:nvPr>
        </p:nvSpPr>
        <p:spPr>
          <a:xfrm>
            <a:off x="5156459" y="2067195"/>
            <a:ext cx="2037103" cy="226345"/>
          </a:xfrm>
          <a:prstGeom prst="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0" name="Rechteck 9"/>
          <p:cNvSpPr/>
          <p:nvPr>
            <p:custDataLst>
              <p:tags r:id="rId11"/>
            </p:custDataLst>
          </p:nvPr>
        </p:nvSpPr>
        <p:spPr>
          <a:xfrm>
            <a:off x="5156459" y="2519885"/>
            <a:ext cx="528138" cy="226345"/>
          </a:xfrm>
          <a:prstGeom prst="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1" name="Rechteck 10"/>
          <p:cNvSpPr/>
          <p:nvPr>
            <p:custDataLst>
              <p:tags r:id="rId12"/>
            </p:custDataLst>
          </p:nvPr>
        </p:nvSpPr>
        <p:spPr>
          <a:xfrm>
            <a:off x="5156459" y="2972575"/>
            <a:ext cx="1056276" cy="226345"/>
          </a:xfrm>
          <a:prstGeom prst="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2" name="Rechteck 11"/>
          <p:cNvSpPr/>
          <p:nvPr>
            <p:custDataLst>
              <p:tags r:id="rId13"/>
            </p:custDataLst>
          </p:nvPr>
        </p:nvSpPr>
        <p:spPr>
          <a:xfrm>
            <a:off x="5156459" y="3877953"/>
            <a:ext cx="980827" cy="226345"/>
          </a:xfrm>
          <a:prstGeom prst="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3" name="Rechteck 12"/>
          <p:cNvSpPr/>
          <p:nvPr>
            <p:custDataLst>
              <p:tags r:id="rId14"/>
            </p:custDataLst>
          </p:nvPr>
        </p:nvSpPr>
        <p:spPr>
          <a:xfrm>
            <a:off x="5156460" y="4330643"/>
            <a:ext cx="679035" cy="226345"/>
          </a:xfrm>
          <a:prstGeom prst="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4" name="Rechteck 13"/>
          <p:cNvSpPr/>
          <p:nvPr>
            <p:custDataLst>
              <p:tags r:id="rId15"/>
            </p:custDataLst>
          </p:nvPr>
        </p:nvSpPr>
        <p:spPr>
          <a:xfrm>
            <a:off x="5156460" y="3425264"/>
            <a:ext cx="377241" cy="238920"/>
          </a:xfrm>
          <a:prstGeom prst="rect">
            <a:avLst/>
          </a:prstGeom>
          <a:solidFill>
            <a:srgbClr val="264461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8" name="Rechteck 17"/>
          <p:cNvSpPr/>
          <p:nvPr>
            <p:custDataLst>
              <p:tags r:id="rId16"/>
            </p:custDataLst>
          </p:nvPr>
        </p:nvSpPr>
        <p:spPr>
          <a:xfrm>
            <a:off x="6137286" y="3877953"/>
            <a:ext cx="1056276" cy="226345"/>
          </a:xfrm>
          <a:prstGeom prst="rect">
            <a:avLst/>
          </a:prstGeom>
          <a:solidFill>
            <a:srgbClr val="B9CDD9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19" name="Rechteck 18"/>
          <p:cNvSpPr/>
          <p:nvPr>
            <p:custDataLst>
              <p:tags r:id="rId17"/>
            </p:custDataLst>
          </p:nvPr>
        </p:nvSpPr>
        <p:spPr>
          <a:xfrm>
            <a:off x="5684598" y="2519885"/>
            <a:ext cx="1508965" cy="226345"/>
          </a:xfrm>
          <a:prstGeom prst="rect">
            <a:avLst/>
          </a:prstGeom>
          <a:solidFill>
            <a:srgbClr val="B9CDD9"/>
          </a:solidFill>
          <a:ln>
            <a:solidFill>
              <a:srgbClr val="192F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algn="ctr" eaLnBrk="0" hangingPunct="0">
              <a:defRPr/>
            </a:pPr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20" name="Textfeld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459204" y="2453869"/>
            <a:ext cx="1886207" cy="304937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>
            <a:noFill/>
            <a:miter lim="800000"/>
            <a:headEnd/>
            <a:tailEnd/>
          </a:ln>
        </p:spPr>
        <p:txBody>
          <a:bodyPr lIns="90561" tIns="45281" rIns="90561" bIns="45281">
            <a:noAutofit/>
          </a:bodyPr>
          <a:lstStyle/>
          <a:p>
            <a:pPr eaLnBrk="0" hangingPunct="0"/>
            <a:r>
              <a:rPr lang="en-US" altLang="en-US" sz="1387">
                <a:solidFill>
                  <a:srgbClr val="000000"/>
                </a:solidFill>
              </a:rPr>
              <a:t>depends on volume</a:t>
            </a:r>
          </a:p>
        </p:txBody>
      </p:sp>
      <p:sp>
        <p:nvSpPr>
          <p:cNvPr id="24" name="Textfeld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456061" y="3826084"/>
            <a:ext cx="1886207" cy="304937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>
            <a:noFill/>
            <a:miter lim="800000"/>
            <a:headEnd/>
            <a:tailEnd/>
          </a:ln>
        </p:spPr>
        <p:txBody>
          <a:bodyPr lIns="90561" tIns="45281" rIns="90561" bIns="45281">
            <a:noAutofit/>
          </a:bodyPr>
          <a:lstStyle/>
          <a:p>
            <a:pPr eaLnBrk="0" hangingPunct="0"/>
            <a:r>
              <a:rPr lang="en-US" altLang="en-US" sz="1387">
                <a:solidFill>
                  <a:srgbClr val="000000"/>
                </a:solidFill>
              </a:rPr>
              <a:t>depends on volume</a:t>
            </a:r>
          </a:p>
        </p:txBody>
      </p:sp>
      <p:sp>
        <p:nvSpPr>
          <p:cNvPr id="15" name="Rechteck 14"/>
          <p:cNvSpPr/>
          <p:nvPr>
            <p:custDataLst>
              <p:tags r:id="rId20"/>
            </p:custDataLst>
          </p:nvPr>
        </p:nvSpPr>
        <p:spPr>
          <a:xfrm>
            <a:off x="5021617" y="1306312"/>
            <a:ext cx="1325961" cy="365783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none" lIns="90561" tIns="45281" rIns="90561" bIns="45281">
            <a:noAutofit/>
          </a:bodyPr>
          <a:lstStyle/>
          <a:p>
            <a:pPr>
              <a:spcBef>
                <a:spcPts val="1200"/>
              </a:spcBef>
              <a:tabLst>
                <a:tab pos="3313706" algn="l"/>
              </a:tabLst>
              <a:defRPr/>
            </a:pPr>
            <a:r>
              <a:rPr lang="en-US" sz="1783" dirty="0">
                <a:solidFill>
                  <a:srgbClr val="000000"/>
                </a:solidFill>
              </a:rPr>
              <a:t>Importance</a:t>
            </a:r>
          </a:p>
        </p:txBody>
      </p:sp>
      <p:cxnSp>
        <p:nvCxnSpPr>
          <p:cNvPr id="17" name="Gerade Verbindung mit Pfeil 16"/>
          <p:cNvCxnSpPr/>
          <p:nvPr>
            <p:custDataLst>
              <p:tags r:id="rId21"/>
            </p:custDataLst>
          </p:nvPr>
        </p:nvCxnSpPr>
        <p:spPr>
          <a:xfrm>
            <a:off x="5122766" y="1671225"/>
            <a:ext cx="2190497" cy="0"/>
          </a:xfrm>
          <a:prstGeom prst="straightConnector1">
            <a:avLst/>
          </a:prstGeom>
          <a:ln w="38100">
            <a:solidFill>
              <a:srgbClr val="00CCFF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26" name="Gruppieren 25"/>
          <p:cNvGrpSpPr/>
          <p:nvPr/>
        </p:nvGrpSpPr>
        <p:grpSpPr>
          <a:xfrm>
            <a:off x="257740" y="1791750"/>
            <a:ext cx="8979222" cy="1558542"/>
            <a:chOff x="157655" y="1943489"/>
            <a:chExt cx="9066355" cy="1439312"/>
          </a:xfrm>
        </p:grpSpPr>
        <p:sp>
          <p:nvSpPr>
            <p:cNvPr id="25" name="Rechteck 24"/>
            <p:cNvSpPr/>
            <p:nvPr>
              <p:custDataLst>
                <p:tags r:id="rId22"/>
              </p:custDataLst>
            </p:nvPr>
          </p:nvSpPr>
          <p:spPr>
            <a:xfrm>
              <a:off x="157655" y="1943489"/>
              <a:ext cx="9066355" cy="1439312"/>
            </a:xfrm>
            <a:prstGeom prst="rect">
              <a:avLst/>
            </a:prstGeom>
            <a:solidFill>
              <a:srgbClr val="5A7C91">
                <a:alpha val="46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3" name="Textfeld 22"/>
            <p:cNvSpPr txBox="1"/>
            <p:nvPr>
              <p:custDataLst>
                <p:tags r:id="rId23"/>
              </p:custDataLst>
            </p:nvPr>
          </p:nvSpPr>
          <p:spPr>
            <a:xfrm rot="1680000">
              <a:off x="2309613" y="2436894"/>
              <a:ext cx="2541378" cy="389467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none" lIns="90000" tIns="46800" rIns="90000" bIns="46800" rtlCol="0">
              <a:sp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kern="0" cap="none" spc="0" normalizeH="0" baseline="0" dirty="0">
                  <a:ln>
                    <a:noFill/>
                  </a:ln>
                  <a:solidFill>
                    <a:srgbClr val="5A7C91"/>
                  </a:solidFill>
                  <a:effectLst/>
                  <a:uLnTx/>
                  <a:uFillTx/>
                  <a:latin typeface="+mn-lt"/>
                  <a:ea typeface="Bosch Office Sans" panose="020B0604020202020204" pitchFamily="34" charset="-128"/>
                  <a:cs typeface="Arial" pitchFamily="34" charset="0"/>
                </a:rPr>
                <a:t>Machine builder - OEM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9386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39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TCO - total cost of ownership</a:t>
            </a:r>
          </a:p>
        </p:txBody>
      </p:sp>
      <p:grpSp>
        <p:nvGrpSpPr>
          <p:cNvPr id="45" name="Gruppieren 44"/>
          <p:cNvGrpSpPr/>
          <p:nvPr/>
        </p:nvGrpSpPr>
        <p:grpSpPr>
          <a:xfrm>
            <a:off x="2902501" y="1339188"/>
            <a:ext cx="2626466" cy="3720707"/>
            <a:chOff x="2893191" y="1377071"/>
            <a:chExt cx="2700763" cy="3825957"/>
          </a:xfrm>
        </p:grpSpPr>
        <p:grpSp>
          <p:nvGrpSpPr>
            <p:cNvPr id="10" name="Gruppieren 9"/>
            <p:cNvGrpSpPr/>
            <p:nvPr/>
          </p:nvGrpSpPr>
          <p:grpSpPr>
            <a:xfrm>
              <a:off x="2893191" y="1377071"/>
              <a:ext cx="2700763" cy="3825957"/>
              <a:chOff x="2893191" y="1377071"/>
              <a:chExt cx="2700763" cy="3825957"/>
            </a:xfrm>
          </p:grpSpPr>
          <p:pic>
            <p:nvPicPr>
              <p:cNvPr id="13" name="Grafik 12"/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43096" y="4014043"/>
                <a:ext cx="1863956" cy="1188985"/>
              </a:xfrm>
              <a:prstGeom prst="rect">
                <a:avLst/>
              </a:prstGeom>
            </p:spPr>
          </p:pic>
          <p:sp>
            <p:nvSpPr>
              <p:cNvPr id="17" name="Textfeld 16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893191" y="1377071"/>
                <a:ext cx="1676631" cy="338467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 w="2222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0000"/>
                    </a:solidFill>
                  </a:rPr>
                  <a:t>Easy Installation</a:t>
                </a:r>
              </a:p>
            </p:txBody>
          </p:sp>
          <p:sp>
            <p:nvSpPr>
              <p:cNvPr id="18" name="Textfeld 17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3700841" y="1995301"/>
                <a:ext cx="1893113" cy="1784645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000000"/>
                    </a:solidFill>
                  </a:rPr>
                  <a:t>-&gt; Minimum mounting time: the guide assembly is mounted at the same time as the measuring system</a:t>
                </a:r>
              </a:p>
              <a:p>
                <a:endParaRPr lang="en-US" sz="1100" dirty="0">
                  <a:solidFill>
                    <a:srgbClr val="000000"/>
                  </a:solidFill>
                </a:endParaRPr>
              </a:p>
              <a:p>
                <a:r>
                  <a:rPr lang="en-US" sz="1100" dirty="0">
                    <a:solidFill>
                      <a:srgbClr val="000000"/>
                    </a:solidFill>
                  </a:rPr>
                  <a:t>-&gt; No adjustment of the measuring system</a:t>
                </a:r>
              </a:p>
              <a:p>
                <a:endParaRPr lang="en-US" sz="1100" dirty="0">
                  <a:solidFill>
                    <a:srgbClr val="000000"/>
                  </a:solidFill>
                </a:endParaRPr>
              </a:p>
              <a:p>
                <a:r>
                  <a:rPr lang="en-US" sz="1100" dirty="0">
                    <a:solidFill>
                      <a:srgbClr val="000000"/>
                    </a:solidFill>
                  </a:rPr>
                  <a:t>-&gt; No need for additional components</a:t>
                </a:r>
              </a:p>
            </p:txBody>
          </p:sp>
          <p:pic>
            <p:nvPicPr>
              <p:cNvPr id="27" name="Picture 1"/>
              <p:cNvPicPr>
                <a:picLocks noChangeAspect="1" noChangeArrowheads="1"/>
              </p:cNvPicPr>
              <p:nvPr>
                <p:custDataLst>
                  <p:tags r:id="rId33"/>
                </p:custDataLst>
              </p:nvPr>
            </p:nvPicPr>
            <p:blipFill>
              <a:blip r:embed="rId36" cstate="print"/>
              <a:srcRect/>
              <a:stretch>
                <a:fillRect/>
              </a:stretch>
            </p:blipFill>
            <p:spPr bwMode="auto">
              <a:xfrm>
                <a:off x="2930343" y="1879424"/>
                <a:ext cx="791796" cy="7917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cxnSp>
          <p:nvCxnSpPr>
            <p:cNvPr id="39" name="Gerader Verbinder 38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3217144" y="4082380"/>
              <a:ext cx="2004783" cy="992698"/>
            </a:xfrm>
            <a:prstGeom prst="line">
              <a:avLst/>
            </a:prstGeom>
            <a:ln w="28575">
              <a:solidFill>
                <a:srgbClr val="DF0024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6" name="Gruppieren 45"/>
          <p:cNvGrpSpPr/>
          <p:nvPr/>
        </p:nvGrpSpPr>
        <p:grpSpPr>
          <a:xfrm>
            <a:off x="5531644" y="1339188"/>
            <a:ext cx="2621537" cy="3685771"/>
            <a:chOff x="5596707" y="1377071"/>
            <a:chExt cx="2695695" cy="3790033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5596707" y="1377071"/>
              <a:ext cx="2695695" cy="3790033"/>
              <a:chOff x="5596707" y="1377071"/>
              <a:chExt cx="2695695" cy="3790033"/>
            </a:xfrm>
          </p:grpSpPr>
          <p:sp>
            <p:nvSpPr>
              <p:cNvPr id="20" name="Textfeld 19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5606403" y="1377071"/>
                <a:ext cx="1734324" cy="338467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 w="2222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0000"/>
                    </a:solidFill>
                  </a:rPr>
                  <a:t>Protection Class</a:t>
                </a:r>
              </a:p>
            </p:txBody>
          </p:sp>
          <p:sp>
            <p:nvSpPr>
              <p:cNvPr id="21" name="Textfeld 20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6399289" y="1958367"/>
                <a:ext cx="1893113" cy="1615411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000000"/>
                    </a:solidFill>
                  </a:rPr>
                  <a:t>-&gt; Elimination of all sealing air components and installations like hoses, pressurized air and their service (filter change)</a:t>
                </a:r>
              </a:p>
              <a:p>
                <a:endParaRPr lang="en-US" sz="1100" dirty="0">
                  <a:solidFill>
                    <a:srgbClr val="000000"/>
                  </a:solidFill>
                </a:endParaRPr>
              </a:p>
              <a:p>
                <a:r>
                  <a:rPr lang="en-US" sz="1100" dirty="0">
                    <a:solidFill>
                      <a:srgbClr val="000000"/>
                    </a:solidFill>
                  </a:rPr>
                  <a:t>-&gt; Very good protection against damage</a:t>
                </a:r>
              </a:p>
              <a:p>
                <a:endParaRPr lang="en-US" sz="1100" dirty="0">
                  <a:solidFill>
                    <a:srgbClr val="000000"/>
                  </a:solidFill>
                </a:endParaRPr>
              </a:p>
            </p:txBody>
          </p:sp>
          <p:pic>
            <p:nvPicPr>
              <p:cNvPr id="26" name="Grafik 25"/>
              <p:cNvPicPr>
                <a:picLocks noChangeAspect="1"/>
              </p:cNvPicPr>
              <p:nvPr>
                <p:custDataLst>
                  <p:tags r:id="rId26"/>
                </p:custDataLst>
              </p:nvPr>
            </p:nvPicPr>
            <p:blipFill>
              <a:blip r:embed="rId3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96707" y="3901866"/>
                <a:ext cx="2515722" cy="1265238"/>
              </a:xfrm>
              <a:prstGeom prst="rect">
                <a:avLst/>
              </a:prstGeom>
            </p:spPr>
          </p:pic>
          <p:grpSp>
            <p:nvGrpSpPr>
              <p:cNvPr id="28" name="Gruppieren 27"/>
              <p:cNvGrpSpPr/>
              <p:nvPr/>
            </p:nvGrpSpPr>
            <p:grpSpPr>
              <a:xfrm>
                <a:off x="5677690" y="1914391"/>
                <a:ext cx="795206" cy="692319"/>
                <a:chOff x="3275796" y="689313"/>
                <a:chExt cx="1143758" cy="972300"/>
              </a:xfrm>
            </p:grpSpPr>
            <p:sp>
              <p:nvSpPr>
                <p:cNvPr id="29" name="Abgerundetes Rechteck 28"/>
                <p:cNvSpPr/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3360576" y="709836"/>
                  <a:ext cx="972108" cy="936104"/>
                </a:xfrm>
                <a:prstGeom prst="roundRect">
                  <a:avLst/>
                </a:prstGeom>
                <a:solidFill>
                  <a:srgbClr val="E9F820"/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flat" dir="t">
                    <a:rot lat="0" lon="0" rev="4800000"/>
                  </a:lightRig>
                </a:scene3d>
                <a:sp3d extrusionH="247650">
                  <a:bevelT w="171450" h="158750"/>
                  <a:bevelB w="171450" h="158750"/>
                </a:sp3d>
              </p:spPr>
              <p:txBody>
                <a:bodyPr vert="horz" wrap="square" lIns="91416" tIns="45708" rIns="91416" bIns="45708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914126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de-DE" sz="1799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30" name="Textfeld 29"/>
                <p:cNvSpPr txBox="1">
                  <a:spLocks/>
                </p:cNvSpPr>
                <p:nvPr>
                  <p:custDataLst>
                    <p:tags r:id="rId28"/>
                  </p:custDataLst>
                </p:nvPr>
              </p:nvSpPr>
              <p:spPr>
                <a:xfrm>
                  <a:off x="3275796" y="689313"/>
                  <a:ext cx="1143758" cy="972300"/>
                </a:xfrm>
                <a:prstGeom prst="rect">
                  <a:avLst/>
                </a:prstGeom>
                <a:solidFill>
                  <a:scrgbClr r="0" g="0" b="0">
                    <a:alpha val="0"/>
                  </a:scrgbClr>
                </a:solidFill>
                <a:ln cap="rnd">
                  <a:noFill/>
                </a:ln>
                <a:scene3d>
                  <a:camera prst="orthographicFront"/>
                  <a:lightRig rig="threePt" dir="t"/>
                </a:scene3d>
                <a:sp3d prstMaterial="metal">
                  <a:bevelB w="165100" prst="coolSlant"/>
                </a:sp3d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300" b="1" dirty="0">
                      <a:solidFill>
                        <a:srgbClr val="000000"/>
                      </a:solidFill>
                      <a:latin typeface="Bosch Office Sans" pitchFamily="34" charset="0"/>
                    </a:rPr>
                    <a:t>IP 67</a:t>
                  </a:r>
                </a:p>
                <a:p>
                  <a:pPr algn="ctr"/>
                  <a:r>
                    <a:rPr lang="de-DE" sz="1300" b="1" dirty="0">
                      <a:solidFill>
                        <a:srgbClr val="000000"/>
                      </a:solidFill>
                      <a:latin typeface="Bosch Office Sans" pitchFamily="34" charset="0"/>
                    </a:rPr>
                    <a:t>ON</a:t>
                  </a:r>
                </a:p>
                <a:p>
                  <a:pPr algn="ctr"/>
                  <a:r>
                    <a:rPr lang="de-DE" sz="1300" b="1" dirty="0">
                      <a:solidFill>
                        <a:srgbClr val="000000"/>
                      </a:solidFill>
                      <a:latin typeface="Bosch Office Sans" pitchFamily="34" charset="0"/>
                    </a:rPr>
                    <a:t>BOARD</a:t>
                  </a:r>
                </a:p>
              </p:txBody>
            </p:sp>
          </p:grpSp>
        </p:grpSp>
        <p:cxnSp>
          <p:nvCxnSpPr>
            <p:cNvPr id="40" name="Gerader Verbinder 39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6005874" y="4082380"/>
              <a:ext cx="2004783" cy="992698"/>
            </a:xfrm>
            <a:prstGeom prst="line">
              <a:avLst/>
            </a:prstGeom>
            <a:ln w="28575">
              <a:solidFill>
                <a:srgbClr val="DF0024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" name="Gruppieren 11"/>
          <p:cNvGrpSpPr/>
          <p:nvPr/>
        </p:nvGrpSpPr>
        <p:grpSpPr>
          <a:xfrm>
            <a:off x="8153182" y="1339188"/>
            <a:ext cx="2550104" cy="3631264"/>
            <a:chOff x="8292402" y="1377071"/>
            <a:chExt cx="2622241" cy="3733985"/>
          </a:xfrm>
        </p:grpSpPr>
        <p:sp>
          <p:nvSpPr>
            <p:cNvPr id="37" name="Textfeld 36"/>
            <p:cNvSpPr txBox="1"/>
            <p:nvPr>
              <p:custDataLst>
                <p:tags r:id="rId18"/>
              </p:custDataLst>
            </p:nvPr>
          </p:nvSpPr>
          <p:spPr>
            <a:xfrm>
              <a:off x="8292402" y="1377071"/>
              <a:ext cx="2195679" cy="338467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 w="222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</a:rPr>
                <a:t>TCO Calculation Tool</a:t>
              </a:r>
            </a:p>
          </p:txBody>
        </p:sp>
        <p:sp>
          <p:nvSpPr>
            <p:cNvPr id="38" name="Textfeld 37"/>
            <p:cNvSpPr txBox="1"/>
            <p:nvPr>
              <p:custDataLst>
                <p:tags r:id="rId19"/>
              </p:custDataLst>
            </p:nvPr>
          </p:nvSpPr>
          <p:spPr>
            <a:xfrm>
              <a:off x="9021530" y="1958367"/>
              <a:ext cx="1893113" cy="1785104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00"/>
                  </a:solidFill>
                </a:rPr>
                <a:t>-&gt; Usage of IMS leads to savings in designing, installation and service purposes</a:t>
              </a:r>
            </a:p>
            <a:p>
              <a:endParaRPr lang="en-US" sz="1100" dirty="0">
                <a:solidFill>
                  <a:srgbClr val="000000"/>
                </a:solidFill>
              </a:endParaRPr>
            </a:p>
            <a:p>
              <a:r>
                <a:rPr lang="en-US" sz="1100" dirty="0">
                  <a:solidFill>
                    <a:srgbClr val="000000"/>
                  </a:solidFill>
                </a:rPr>
                <a:t>-&gt; Savings can be calculated with the TCO Tool</a:t>
              </a:r>
            </a:p>
            <a:p>
              <a:endParaRPr lang="en-US" sz="1100" dirty="0">
                <a:solidFill>
                  <a:srgbClr val="000000"/>
                </a:solidFill>
              </a:endParaRPr>
            </a:p>
            <a:p>
              <a:endParaRPr lang="en-US" sz="1100" dirty="0">
                <a:solidFill>
                  <a:srgbClr val="000000"/>
                </a:solidFill>
              </a:endParaRPr>
            </a:p>
          </p:txBody>
        </p:sp>
        <p:sp>
          <p:nvSpPr>
            <p:cNvPr id="41" name="Abgerundetes Rechteck 40"/>
            <p:cNvSpPr/>
            <p:nvPr>
              <p:custDataLst>
                <p:tags r:id="rId20"/>
              </p:custDataLst>
            </p:nvPr>
          </p:nvSpPr>
          <p:spPr bwMode="auto">
            <a:xfrm>
              <a:off x="8364608" y="1911172"/>
              <a:ext cx="683824" cy="683824"/>
            </a:xfrm>
            <a:prstGeom prst="roundRect">
              <a:avLst/>
            </a:prstGeom>
            <a:solidFill>
              <a:srgbClr val="1D3349"/>
            </a:solidFill>
            <a:ln w="9525" cap="flat" cmpd="sng" algn="ctr">
              <a:solidFill>
                <a:srgbClr val="26446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>
                <a:rot lat="0" lon="0" rev="10800000"/>
              </a:lightRig>
            </a:scene3d>
            <a:sp3d prstMaterial="metal">
              <a:bevelT h="120650"/>
              <a:bevelB h="120650"/>
            </a:sp3d>
          </p:spPr>
          <p:txBody>
            <a:bodyPr vert="horz" wrap="square" lIns="91416" tIns="45708" rIns="91416" bIns="45708" numCol="1" rtlCol="0" anchor="t" anchorCtr="0" compatLnSpc="1">
              <a:prstTxWarp prst="textNoShape">
                <a:avLst/>
              </a:prstTxWarp>
            </a:bodyPr>
            <a:lstStyle/>
            <a:p>
              <a:pPr defTabSz="914126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1799">
                <a:solidFill>
                  <a:srgbClr val="000000"/>
                </a:solidFill>
                <a:latin typeface="Arial" charset="0"/>
              </a:endParaRPr>
            </a:p>
          </p:txBody>
        </p:sp>
        <p:sp>
          <p:nvSpPr>
            <p:cNvPr id="42" name="Textfeld 41"/>
            <p:cNvSpPr txBox="1"/>
            <p:nvPr>
              <p:custDataLst>
                <p:tags r:id="rId21"/>
              </p:custDataLst>
            </p:nvPr>
          </p:nvSpPr>
          <p:spPr>
            <a:xfrm>
              <a:off x="8462257" y="1897480"/>
              <a:ext cx="578015" cy="707704"/>
            </a:xfrm>
            <a:prstGeom prst="rect">
              <a:avLst/>
            </a:prstGeom>
            <a:solidFill>
              <a:scrgbClr r="0" g="0" b="0">
                <a:alpha val="0"/>
              </a:scrgbClr>
            </a:solidFill>
            <a:ln/>
          </p:spPr>
          <p:txBody>
            <a:bodyPr wrap="square" rtlCol="0">
              <a:spAutoFit/>
            </a:bodyPr>
            <a:lstStyle/>
            <a:p>
              <a:r>
                <a:rPr lang="en-GB" sz="3999" b="1" dirty="0">
                  <a:solidFill>
                    <a:srgbClr val="F2F2F2"/>
                  </a:solidFill>
                  <a:latin typeface="+mj-lt"/>
                </a:rPr>
                <a:t>€</a:t>
              </a:r>
            </a:p>
          </p:txBody>
        </p:sp>
        <p:pic>
          <p:nvPicPr>
            <p:cNvPr id="43" name="Grafik 42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8624476" y="4212696"/>
              <a:ext cx="1899600" cy="898360"/>
            </a:xfrm>
            <a:prstGeom prst="rect">
              <a:avLst/>
            </a:prstGeom>
          </p:spPr>
        </p:pic>
      </p:grpSp>
      <p:grpSp>
        <p:nvGrpSpPr>
          <p:cNvPr id="44" name="Gruppieren 43"/>
          <p:cNvGrpSpPr/>
          <p:nvPr/>
        </p:nvGrpSpPr>
        <p:grpSpPr>
          <a:xfrm>
            <a:off x="251185" y="1339188"/>
            <a:ext cx="2616310" cy="3631264"/>
            <a:chOff x="166876" y="1377071"/>
            <a:chExt cx="2690320" cy="3733985"/>
          </a:xfrm>
        </p:grpSpPr>
        <p:grpSp>
          <p:nvGrpSpPr>
            <p:cNvPr id="9" name="Gruppieren 8"/>
            <p:cNvGrpSpPr/>
            <p:nvPr/>
          </p:nvGrpSpPr>
          <p:grpSpPr>
            <a:xfrm>
              <a:off x="166876" y="1377071"/>
              <a:ext cx="2690320" cy="3733985"/>
              <a:chOff x="166876" y="1377071"/>
              <a:chExt cx="2690320" cy="3733985"/>
            </a:xfrm>
          </p:grpSpPr>
          <p:sp>
            <p:nvSpPr>
              <p:cNvPr id="14" name="Textfeld 1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6876" y="1377071"/>
                <a:ext cx="1447460" cy="338467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 w="2222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0000"/>
                    </a:solidFill>
                  </a:rPr>
                  <a:t>Space Saving</a:t>
                </a:r>
              </a:p>
            </p:txBody>
          </p:sp>
          <p:sp>
            <p:nvSpPr>
              <p:cNvPr id="15" name="Textfeld 1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65330" y="1974148"/>
                <a:ext cx="1891866" cy="1615411"/>
              </a:xfrm>
              <a:prstGeom prst="rect">
                <a:avLst/>
              </a:prstGeom>
              <a:solidFill>
                <a:scrgbClr r="0" g="0" b="0">
                  <a:alpha val="0"/>
                </a:scrgbClr>
              </a:solidFill>
              <a:ln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000000"/>
                    </a:solidFill>
                  </a:rPr>
                  <a:t>-&gt; Allows simple machine designs due to the full integration</a:t>
                </a:r>
              </a:p>
              <a:p>
                <a:endParaRPr lang="en-US" sz="1100" dirty="0">
                  <a:solidFill>
                    <a:srgbClr val="000000"/>
                  </a:solidFill>
                </a:endParaRPr>
              </a:p>
              <a:p>
                <a:r>
                  <a:rPr lang="en-US" sz="1100" dirty="0">
                    <a:solidFill>
                      <a:srgbClr val="000000"/>
                    </a:solidFill>
                  </a:rPr>
                  <a:t>-&gt; No additional space required</a:t>
                </a:r>
              </a:p>
              <a:p>
                <a:endParaRPr lang="en-US" sz="1100" dirty="0">
                  <a:solidFill>
                    <a:srgbClr val="000000"/>
                  </a:solidFill>
                </a:endParaRPr>
              </a:p>
              <a:p>
                <a:r>
                  <a:rPr lang="en-US" sz="1100" dirty="0">
                    <a:solidFill>
                      <a:srgbClr val="000000"/>
                    </a:solidFill>
                  </a:rPr>
                  <a:t>-&gt; Elimination of stop and mounting surfaces</a:t>
                </a:r>
              </a:p>
            </p:txBody>
          </p:sp>
          <p:pic>
            <p:nvPicPr>
              <p:cNvPr id="16" name="Picture 5"/>
              <p:cNvPicPr>
                <a:picLocks noChangeAspect="1" noChangeArrowheads="1"/>
              </p:cNvPicPr>
              <p:nvPr>
                <p:custDataLst>
                  <p:tags r:id="rId12"/>
                </p:custDataLst>
              </p:nvPr>
            </p:nvPicPr>
            <p:blipFill rotWithShape="1">
              <a:blip r:embed="rId39" cstate="print"/>
              <a:srcRect l="14821" t="15660" r="13821" b="6036"/>
              <a:stretch/>
            </p:blipFill>
            <p:spPr bwMode="auto">
              <a:xfrm>
                <a:off x="629590" y="4096065"/>
                <a:ext cx="1908183" cy="10149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31" name="Gruppieren 30"/>
              <p:cNvGrpSpPr/>
              <p:nvPr/>
            </p:nvGrpSpPr>
            <p:grpSpPr>
              <a:xfrm>
                <a:off x="284368" y="1894842"/>
                <a:ext cx="683824" cy="683824"/>
                <a:chOff x="4332684" y="2115153"/>
                <a:chExt cx="828000" cy="828000"/>
              </a:xfrm>
              <a:scene3d>
                <a:camera prst="orthographicFront"/>
                <a:lightRig rig="threePt" dir="t">
                  <a:rot lat="0" lon="0" rev="10800000"/>
                </a:lightRig>
              </a:scene3d>
            </p:grpSpPr>
            <p:sp>
              <p:nvSpPr>
                <p:cNvPr id="32" name="Abgerundetes Rechteck 31"/>
                <p:cNvSpPr/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4332684" y="2115153"/>
                  <a:ext cx="828000" cy="828000"/>
                </a:xfrm>
                <a:prstGeom prst="roundRect">
                  <a:avLst/>
                </a:prstGeom>
                <a:solidFill>
                  <a:srgbClr val="5D8FC0"/>
                </a:solidFill>
                <a:ln w="9525" cap="flat" cmpd="sng" algn="ctr">
                  <a:solidFill>
                    <a:srgbClr val="26446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p3d prstMaterial="metal">
                  <a:bevelT h="120650"/>
                  <a:bevelB h="120650"/>
                </a:sp3d>
              </p:spPr>
              <p:txBody>
                <a:bodyPr vert="horz" wrap="square" lIns="91416" tIns="45708" rIns="91416" bIns="45708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914126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799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33" name="Pfeil nach unten 32"/>
                <p:cNvSpPr/>
                <p:nvPr>
                  <p:custDataLst>
                    <p:tags r:id="rId14"/>
                  </p:custDataLst>
                </p:nvPr>
              </p:nvSpPr>
              <p:spPr bwMode="auto">
                <a:xfrm rot="2700000">
                  <a:off x="4784123" y="2161648"/>
                  <a:ext cx="288032" cy="369962"/>
                </a:xfrm>
                <a:prstGeom prst="downArrow">
                  <a:avLst/>
                </a:prstGeom>
                <a:solidFill>
                  <a:srgbClr val="435D6D"/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p3d prstMaterial="metal"/>
              </p:spPr>
              <p:txBody>
                <a:bodyPr vert="horz" wrap="square" lIns="91416" tIns="45708" rIns="91416" bIns="45708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914126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799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34" name="Pfeil nach unten 33"/>
                <p:cNvSpPr/>
                <p:nvPr>
                  <p:custDataLst>
                    <p:tags r:id="rId15"/>
                  </p:custDataLst>
                </p:nvPr>
              </p:nvSpPr>
              <p:spPr bwMode="auto">
                <a:xfrm rot="18900000">
                  <a:off x="4421305" y="2161648"/>
                  <a:ext cx="288032" cy="369962"/>
                </a:xfrm>
                <a:prstGeom prst="downArrow">
                  <a:avLst/>
                </a:prstGeom>
                <a:solidFill>
                  <a:srgbClr val="435D6D"/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p3d prstMaterial="metal"/>
              </p:spPr>
              <p:txBody>
                <a:bodyPr vert="horz" wrap="square" lIns="91416" tIns="45708" rIns="91416" bIns="45708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914126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799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35" name="Pfeil nach unten 34"/>
                <p:cNvSpPr/>
                <p:nvPr>
                  <p:custDataLst>
                    <p:tags r:id="rId16"/>
                  </p:custDataLst>
                </p:nvPr>
              </p:nvSpPr>
              <p:spPr bwMode="auto">
                <a:xfrm rot="13500000">
                  <a:off x="4421305" y="2524466"/>
                  <a:ext cx="288032" cy="369962"/>
                </a:xfrm>
                <a:prstGeom prst="downArrow">
                  <a:avLst/>
                </a:prstGeom>
                <a:solidFill>
                  <a:srgbClr val="435D6D"/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p3d prstMaterial="metal"/>
              </p:spPr>
              <p:txBody>
                <a:bodyPr vert="horz" wrap="square" lIns="91416" tIns="45708" rIns="91416" bIns="45708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914126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799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  <p:sp>
              <p:nvSpPr>
                <p:cNvPr id="36" name="Pfeil nach unten 35"/>
                <p:cNvSpPr/>
                <p:nvPr>
                  <p:custDataLst>
                    <p:tags r:id="rId17"/>
                  </p:custDataLst>
                </p:nvPr>
              </p:nvSpPr>
              <p:spPr bwMode="auto">
                <a:xfrm rot="8100000">
                  <a:off x="4784123" y="2524466"/>
                  <a:ext cx="288032" cy="369962"/>
                </a:xfrm>
                <a:prstGeom prst="downArrow">
                  <a:avLst/>
                </a:prstGeom>
                <a:solidFill>
                  <a:srgbClr val="435D6D"/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p3d prstMaterial="metal"/>
              </p:spPr>
              <p:txBody>
                <a:bodyPr vert="horz" wrap="square" lIns="91416" tIns="45708" rIns="91416" bIns="45708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defTabSz="914126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799">
                    <a:solidFill>
                      <a:srgbClr val="000000"/>
                    </a:solidFill>
                    <a:latin typeface="Arial" charset="0"/>
                  </a:endParaRPr>
                </a:p>
              </p:txBody>
            </p:sp>
          </p:grpSp>
        </p:grpSp>
        <p:cxnSp>
          <p:nvCxnSpPr>
            <p:cNvPr id="19" name="Gerader Verbinder 18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600450" y="4082380"/>
              <a:ext cx="2004783" cy="992698"/>
            </a:xfrm>
            <a:prstGeom prst="line">
              <a:avLst/>
            </a:prstGeom>
            <a:ln w="28575">
              <a:solidFill>
                <a:srgbClr val="DF0024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2388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59080" y="259080"/>
            <a:ext cx="10452100" cy="38862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buClrTx/>
              <a:buSzTx/>
              <a:buFontTx/>
              <a:buNone/>
              <a:tabLst/>
            </a:pPr>
            <a:r>
              <a:rPr kumimoji="0" lang="de-DE" sz="2800" b="0" i="0" u="none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Integrated Measuring System - IMS</a:t>
            </a:r>
            <a:endParaRPr kumimoji="0" lang="de-DE" sz="2800" b="0" i="0" u="none" strike="noStrike" kern="0" cap="none" normalizeH="0" baseline="0" noProof="0" dirty="0" err="1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7" name="Rechteck 6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40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feld 2" hidden="1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0" y="5975350"/>
            <a:ext cx="0" cy="0"/>
          </a:xfrm>
          <a:prstGeom prst="rect">
            <a:avLst/>
          </a:prstGeom>
          <a:noFill/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t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buClrTx/>
              <a:buSzTx/>
              <a:buFontTx/>
              <a:buNone/>
              <a:tabLst/>
            </a:pPr>
            <a:endParaRPr kumimoji="0" lang="de-DE" sz="1300" b="0" i="0" u="none" strike="noStrike" kern="0" cap="none" normalizeH="0" baseline="0" noProof="0" dirty="0" err="1">
              <a:ln>
                <a:noFill/>
              </a:ln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59080" y="647700"/>
            <a:ext cx="10452100" cy="38862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89000"/>
              </a:lnSpc>
              <a:spcBef>
                <a:spcPts val="0"/>
              </a:spcBef>
            </a:pPr>
            <a:r>
              <a:rPr lang="en-US" dirty="0">
                <a:solidFill>
                  <a:srgbClr val="00CCFF"/>
                </a:solidFill>
                <a:latin typeface="Bosch Office Sans" pitchFamily="2" charset="0"/>
              </a:rPr>
              <a:t>TCO - total cost of ownership</a:t>
            </a:r>
          </a:p>
        </p:txBody>
      </p:sp>
      <p:pic>
        <p:nvPicPr>
          <p:cNvPr id="9" name="Grafik 8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0" t="8298"/>
          <a:stretch/>
        </p:blipFill>
        <p:spPr>
          <a:xfrm>
            <a:off x="6818540" y="2547948"/>
            <a:ext cx="3745470" cy="2628231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590" y="682734"/>
            <a:ext cx="2853769" cy="165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feld 9"/>
          <p:cNvSpPr txBox="1"/>
          <p:nvPr>
            <p:custDataLst>
              <p:tags r:id="rId11"/>
            </p:custDataLst>
          </p:nvPr>
        </p:nvSpPr>
        <p:spPr>
          <a:xfrm>
            <a:off x="149734" y="1054549"/>
            <a:ext cx="6742454" cy="4105446"/>
          </a:xfrm>
          <a:prstGeom prst="rect">
            <a:avLst/>
          </a:prstGeom>
          <a:solidFill>
            <a:scrgbClr r="0" g="0" b="0">
              <a:alpha val="0"/>
            </a:scrgbClr>
          </a:solidFill>
          <a:ln/>
        </p:spPr>
        <p:txBody>
          <a:bodyPr wrap="square" lIns="89100" tIns="46332" rIns="89100" bIns="46332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782" b="1" i="0" u="sng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Example:</a:t>
            </a:r>
            <a:r>
              <a:rPr kumimoji="0" lang="en-US" sz="1782" b="1" i="0" u="sng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 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782" b="0" i="0" u="none" strike="noStrike" kern="0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Bosch Office Sans" panose="020B0604020202020204" pitchFamily="34" charset="-128"/>
                <a:cs typeface="Arial" pitchFamily="34" charset="0"/>
              </a:rPr>
              <a:t>Grinding machines for profiled guide rails in Schweinfurt plant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782" kern="0" baseline="0" dirty="0">
              <a:solidFill>
                <a:srgbClr val="000000"/>
              </a:solidFill>
              <a:latin typeface="+mn-lt"/>
              <a:ea typeface="Bosch Office Sans" panose="020B0604020202020204" pitchFamily="34" charset="-128"/>
              <a:cs typeface="Arial" pitchFamily="34" charset="0"/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782" b="1" kern="0" baseline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Problem: 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782" kern="0" baseline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Sealed linear encoders</a:t>
            </a:r>
            <a:r>
              <a:rPr lang="en-US" sz="1782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 (glass scale) cause downtime of machine and regular cost for maintenance (cleaning glass scale) due to contamination from grinding process.</a:t>
            </a:r>
            <a:endParaRPr lang="en-US" sz="1782" kern="0" baseline="0" dirty="0">
              <a:solidFill>
                <a:srgbClr val="000000"/>
              </a:solidFill>
              <a:latin typeface="+mn-lt"/>
              <a:ea typeface="Bosch Office Sans" panose="020B0604020202020204" pitchFamily="34" charset="-128"/>
              <a:cs typeface="Arial" pitchFamily="34" charset="0"/>
            </a:endParaRP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782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Solution: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782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Retrofitting old grinding machines by using IMS systems instead of sealed linear encoders.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782" b="1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Benefits:</a:t>
            </a:r>
          </a:p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782" kern="0" dirty="0">
                <a:solidFill>
                  <a:srgbClr val="000000"/>
                </a:solidFill>
                <a:latin typeface="+mn-lt"/>
                <a:ea typeface="Bosch Office Sans" panose="020B0604020202020204" pitchFamily="34" charset="-128"/>
                <a:cs typeface="Arial" pitchFamily="34" charset="0"/>
              </a:rPr>
              <a:t>Cost savings of approx. 10K€ per machine due to reduced downtime of machine and no maintenance for IMS.</a:t>
            </a:r>
            <a:endParaRPr kumimoji="0" lang="en-US" sz="1782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Bosch Office Sans" panose="020B0604020202020204" pitchFamily="34" charset="-128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347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/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41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17780" rIns="0" bIns="0" rtlCol="0" anchor="t">
            <a:normAutofit/>
          </a:bodyPr>
          <a:lstStyle/>
          <a:p>
            <a:pPr marL="0" marR="0" indent="0" defTabSz="914400" eaLnBrk="1" fontAlgn="auto" latinLnBrk="0" hangingPunct="1">
              <a:lnSpc>
                <a:spcPts val="900"/>
              </a:lnSpc>
              <a:buClrTx/>
              <a:buSzTx/>
              <a:buFontTx/>
              <a:buNone/>
              <a:tabLst/>
            </a:pPr>
            <a:r>
              <a:rPr kumimoji="0" lang="de-DE" sz="55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</a:t>
            </a:r>
            <a:endParaRPr kumimoji="0" lang="de-DE" sz="55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259080" y="259080"/>
            <a:ext cx="9872980" cy="5204460"/>
          </a:xfr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Purchase price is only one part of TCO.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4000">
              <a:solidFill>
                <a:srgbClr val="00CCFF"/>
              </a:solidFill>
              <a:latin typeface="Bosch Office Sans" pitchFamily="2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4000">
                <a:solidFill>
                  <a:srgbClr val="00CCFF"/>
                </a:solidFill>
                <a:latin typeface="Bosch Office Sans" pitchFamily="2" charset="0"/>
              </a:rPr>
              <a:t>The real savings can be identified by calculating all relevant TCO topics. </a:t>
            </a:r>
            <a:endParaRPr lang="en-US" sz="4000" dirty="0">
              <a:solidFill>
                <a:srgbClr val="00CCFF"/>
              </a:solidFill>
              <a:latin typeface="Bosch Office Sans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0851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>
            <p:custDataLst>
              <p:tags r:id="rId2"/>
            </p:custDataLst>
          </p:nvPr>
        </p:nvSpPr>
        <p:spPr>
          <a:xfrm>
            <a:off x="-7620" y="218440"/>
            <a:ext cx="10979150" cy="5349240"/>
          </a:xfrm>
          <a:prstGeom prst="rect">
            <a:avLst/>
          </a:prstGeom>
          <a:solidFill>
            <a:srgbClr val="00CCFF"/>
          </a:solidFill>
          <a:ln w="9525" cap="flat" cmpd="sng" algn="ctr">
            <a:noFill/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normalizeH="0" baseline="0" noProof="0" dirty="0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62560" y="615950"/>
            <a:ext cx="10650220" cy="4484370"/>
          </a:xfr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264461"/>
                </a:solidFill>
              </a14:hiddenFill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90170" tIns="46990" rIns="90170" bIns="46990" anchor="t">
            <a:noAutofit/>
          </a:bodyPr>
          <a:lstStyle/>
          <a:p>
            <a:pPr>
              <a:spcBef>
                <a:spcPct val="500000"/>
              </a:spcBef>
            </a:pPr>
            <a:r>
              <a:rPr lang="en-US" b="1" dirty="0">
                <a:solidFill>
                  <a:srgbClr val="FFFFFF"/>
                </a:solidFill>
                <a:latin typeface="Bosch Office Sans" pitchFamily="2" charset="0"/>
              </a:rPr>
              <a:t>Thank you!</a:t>
            </a:r>
          </a:p>
        </p:txBody>
      </p:sp>
      <p:sp>
        <p:nvSpPr>
          <p:cNvPr id="2" name="Untertitel 1" hidden="1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solidFill>
            <a:scrgbClr r="0" g="0" b="0">
              <a:alpha val="0"/>
            </a:scrgbClr>
          </a:solidFill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anchor="t">
            <a:noAutofit/>
          </a:bodyPr>
          <a:lstStyle/>
          <a:p>
            <a:endParaRPr lang="de-DE">
              <a:solidFill>
                <a:srgbClr val="000000"/>
              </a:solidFill>
            </a:endParaRPr>
          </a:p>
        </p:txBody>
      </p:sp>
      <p:pic>
        <p:nvPicPr>
          <p:cNvPr id="8" name="Grafik 7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2670"/>
            <a:ext cx="10970260" cy="5715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hteck 6"/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ea typeface="+mn-ea"/>
                <a:cs typeface="+mn-cs"/>
              </a:rPr>
              <a:t>DC-LT/SCO3 | 14.01.2019</a:t>
            </a:r>
            <a:endParaRPr kumimoji="0" lang="de-DE" sz="600" strike="noStrike" kern="0" cap="none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echteck 5"/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593090" y="5758180"/>
            <a:ext cx="9152890" cy="215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squar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DC-LT/SCO3</a:t>
            </a:r>
          </a:p>
          <a:p>
            <a:pPr marL="0" marR="0" indent="0" defTabSz="914400" eaLnBrk="1" fontAlgn="auto" latinLnBrk="0" hangingPunct="1">
              <a:lnSpc>
                <a:spcPct val="107000"/>
              </a:lnSpc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strike="noStrike" kern="0" cap="none" normalizeH="0" baseline="0" noProof="0">
                <a:ln>
                  <a:noFill/>
                </a:ln>
                <a:solidFill>
                  <a:srgbClr val="819EB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© Bosch Rexroth AG 2019. All rights reserved, also regarding any disposal, exploitation, reproduction, editing, distribution, as well as in the event of applications for industrial property rights.</a:t>
            </a:r>
            <a:endParaRPr kumimoji="0" lang="de-DE" sz="600" b="0" strike="noStrike" kern="0" cap="none" normalizeH="0" baseline="0" noProof="0" dirty="0">
              <a:ln>
                <a:noFill/>
              </a:ln>
              <a:solidFill>
                <a:srgbClr val="819EB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/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266700" y="5628640"/>
            <a:ext cx="288290" cy="41021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defTabSz="914400" eaLnBrk="1" fontAlgn="auto" latinLnBrk="0" hangingPunct="1"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normalizeH="0" baseline="0" noProof="0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42</a:t>
            </a:r>
            <a:endParaRPr kumimoji="0" lang="de-DE" sz="1200" b="0" i="0" u="none" strike="noStrike" kern="0" cap="none" normalizeH="0" baseline="0" noProof="0" dirty="0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8057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I" val="1"/>
  <p:tag name="CFG.CUSTOMERVERSION" val="9"/>
  <p:tag name="FIELD.COPY.COMBOINDEX" val="0"/>
  <p:tag name="FIELD.DPT.CONTENT" val="DC-LT/SCO3"/>
  <p:tag name="FIELDS.INITIALIZED" val="1"/>
  <p:tag name="FIELD.CHAPTER.CONTENT" val="Integrated Measuring System - IMS"/>
  <p:tag name="FIELD.CHAPTER.COMBOINDEX" val="-2"/>
  <p:tag name="FIELD.REM_ANL.CONTENT" val="DC-LT/SCO"/>
  <p:tag name="FIELD.REM_ANL.COMBOINDEX" val="-2"/>
  <p:tag name="FIELD.DPT.COMBOINDEX" val="-2"/>
  <p:tag name="CFG.VERSION" val="0"/>
  <p:tag name="MAPNAME" val="Map1"/>
  <p:tag name="LICENSEKEY" val="46504b9e-b1c9-48ed-967f-a36de42ae84b"/>
  <p:tag name="TITLEMASTERMASTERNAME" val="TitleSlide"/>
  <p:tag name="TITLEMASTERSHAPESETGROUPCLASSNAME" val="ShapeSetGroup1"/>
  <p:tag name="TITLEMASTERCOLORSETGROUPCLASSNAME" val="ColorSetGroup1"/>
  <p:tag name="TITLEMASTERFONTSETGROUPCLASSNAME" val="FontSetGroup1"/>
  <p:tag name="TITLEMASTERSTYLESETGROUPCLASSNAME" val="StyleSetGroup1"/>
  <p:tag name="SLIDEMASTERMASTERNAME" val="Slide"/>
  <p:tag name="SLIDEMASTERSHAPESETGROUPCLASSNAME" val="ShapeSetGroup1"/>
  <p:tag name="SLIDEMASTERCOLORSETGROUPCLASSNAME" val="ColorSetGroup1"/>
  <p:tag name="SLIDEMASTERFONTSETGROUPCLASSNAME" val="FontSetGroup1"/>
  <p:tag name="SLIDEMASTERSTYLESETGROUPCLASSNAME" val="StyleSetGroup1"/>
  <p:tag name="AGCN" val="0"/>
  <p:tag name="LAYOUTLANGUAGE" val="2057"/>
  <p:tag name="ML_1" val="BR-AG_Schweinfurt"/>
  <p:tag name="ML_2" val="REX2018.MCR"/>
  <p:tag name="ML_LAYOUT_RESOURCE" val="REX2018_16_9.MCR"/>
  <p:tag name="FIELD.CONF.SUFFIX.CONTENT" val="\n | "/>
  <p:tag name="FIELD.CONF.COMBOINDEX" val="0"/>
  <p:tag name="FIELD.REM_ABL.CONTENT" val="DC-LT/SCO3"/>
  <p:tag name="FIELD.REM_ABL.VALUE" val="DC-LT/SCO3&#10;\n"/>
  <p:tag name="FIELD.REM_ABL.SUFFIX.CONTENT" val="&#10;\n"/>
  <p:tag name="FIELD.REM_ABL.COMBOINDEX" val="-2"/>
  <p:tag name="FIELD.BGROUP.SUFFIX.CONTENT" val=" | "/>
  <p:tag name="FIELD.BGROUP.COMBOINDEX" val="0"/>
  <p:tag name="FIELD.CHAPTER.VALUE" val="Integrated Measuring System - IMS"/>
  <p:tag name="FIELD.REM_ANL.VALUE" val="DC-LT/SCO"/>
  <p:tag name="FIELD.DPT.SUFFIX.CONTENT" val=" | "/>
  <p:tag name="FIELD.DPT.VALUE" val="DC-LT/SCO3 | "/>
  <p:tag name="FIELD.DATE.COMBOINDEX" val="-2"/>
  <p:tag name="CONFIG" val="REX2018"/>
  <p:tag name="CFG.LAYOUTID" val="Rexroth Layout 16:9 (new branding)"/>
  <p:tag name="CFG.LAYOUTRES" val="REX2018_16_9"/>
  <p:tag name="CFG.LAYOUT" val="REX2018"/>
  <p:tag name="SLIDEMASTERMODIFIED" val="1"/>
  <p:tag name="TITLEMASTERMODIFIED" val="1"/>
  <p:tag name="FIELD.COPY.CONTENT" val="© Bosch Rexroth AG 2019. All rights reserved, also regarding any disposal, exploitation, reproduction, editing, distribution, as well as in the event of applications for industrial property rights."/>
  <p:tag name="FIELD.COPY.VALUE" val="© Bosch Rexroth AG 2019. All rights reserved, also regarding any disposal, exploitation, reproduction, editing, distribution, as well as in the event of applications for industrial property rights."/>
  <p:tag name="FIELD.DATE.CONTENT" val="14.01.2019"/>
  <p:tag name="FIELD.DATE.VALUE" val="14.01.20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SHAPESETGROUPCLASSNAME" val="ShapeSetGroup1"/>
  <p:tag name="SHAPESETCLASSNAME" val="Slide"/>
  <p:tag name="COLORSETGROUPCLASSNAME" val="ColorSetGroup1"/>
  <p:tag name="FONTSETGROUPCLASSNAME" val="FontSetGroup1"/>
  <p:tag name="SHAPECLASSFILE" val="Rex2018Logo.png"/>
  <p:tag name="MLI" val="1"/>
  <p:tag name="SHAPECLASSNAME" val="LogoOnSlides"/>
  <p:tag name="SHAPECLASSPROTECTIONTYP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SHAPESETGROUPCLASSNAME" val="ShapeSetGroup1"/>
  <p:tag name="SHAPESETCLASSNAME" val="Slide"/>
  <p:tag name="COLORSETGROUPCLASSNAME" val="ColorSetGroup1"/>
  <p:tag name="FONTSETGROUPCLASSNAME" val="FontSetGroup1"/>
  <p:tag name="SHAPECLASSFILE" val="Rex2018ColorBar.png"/>
  <p:tag name="MLI" val="1"/>
  <p:tag name="SHAPECLASSNAME" val="ColorBarOnSlides"/>
  <p:tag name="SHAPECLASSPROTECTIONTYP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SHAPESETGROUPCLASSNAME" val="ShapeSetGroup1"/>
  <p:tag name="SHAPESETCLASSNAME" val="TitleSlide"/>
  <p:tag name="COLORSETGROUPCLASSNAME" val="ColorSetGroup1"/>
  <p:tag name="FONTSETGROUPCLASSNAME" val="FontSetGroup1"/>
  <p:tag name="SHAPECLASSFILE" val="Rex2018Logo.png"/>
  <p:tag name="MLI" val="1"/>
  <p:tag name="SHAPECLASSNAME" val="LogoOnSlides"/>
  <p:tag name="SHAPECLASSPROTECTIONTYP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NoSupergraphic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63"/>
  <p:tag name="PICTURE 4_SHAPECLASSPROTECTIONTYPE" val="15"/>
  <p:tag name="RECTANGLE 5_SHAPECLASSPROTECTIONTYPE" val="63"/>
  <p:tag name="RECTANGLE 6_SHAPECLASSPROTECTIONTYPE" val="63"/>
  <p:tag name="SUBTITLE 2_SHAPECLASSPROTECTIONTYPE" val="0"/>
  <p:tag name="TITLE 1_SHAPECLASSPROTECTIONTYPE" val="3"/>
  <p:tag name="FIELD.CHAPTER.CONTENT" val="Integrated Measuring System - IMS"/>
  <p:tag name="FIELD.CHAPTER.VALUE" val="Integrated Measuring System - IMS"/>
  <p:tag name="FIELD.REM_ANL.CONTENT" val="DC-LT/SCO"/>
  <p:tag name="FIELD.REM_ANL.VALUE" val="DC-LT/SCO"/>
  <p:tag name="FIELD.DPT.CONTENT" val="DC-LT/SCO3"/>
  <p:tag name="FIELD.DPT.VALUE" val="DC-LT/SCO3 | "/>
  <p:tag name="ML_2" val="REX2018.MCR"/>
  <p:tag name="ML_LAYOUT_RESOURCE" val="REX2018_16_9.MCR"/>
  <p:tag name="CFG.LAYOUT" val="REX2018"/>
  <p:tag name="PICTURE 7_SHAPECLASSPROTECTIONTYPE" val="15"/>
  <p:tag name="RECTANGLE 8_SHAPECLASSPROTECTIONTYPE" val="3"/>
  <p:tag name="FIELD.CHAPTER.COMBOINDEX" val="-2"/>
  <p:tag name="FIELD.REM_ANL.COMBOINDEX" val="-2"/>
  <p:tag name="FIELD.DPT.COMBOINDEX" val="-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TitlePic1"/>
  <p:tag name="COLORS" val="Accent2;White;-2;-2;-1;-2"/>
  <p:tag name="ML_SENDTOBACK" val=" 1"/>
  <p:tag name="SHAPECLASSPROTECTIONTYPE" val="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TitleOnTitleSlides"/>
  <p:tag name="FONT" val="Bold80"/>
  <p:tag name="COLORS" val="-2;-2;-2;-2;White;-2"/>
  <p:tag name="SHAPECLASSPROTECTIONTYPE" val="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Disguised"/>
  <p:tag name="FONTSETCLASSNAME" val="FontSet1"/>
  <p:tag name="COLORSETCLASSNAME" val="ColorSet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HiddenSubtitle"/>
  <p:tag name="SHAPECLASSPROTECTIONTYPE" val="0"/>
  <p:tag name="ML_SENDTOBACK" val=" 1"/>
  <p:tag name="COLORS" val="-2;-2;-2;-2;-1;-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HAPESETGROUPCLASSNAME" val="ShapeSetGroup1"/>
  <p:tag name="SHAPESETCLASSNAME" val="TitleNoSupergraphic"/>
  <p:tag name="COLORSETGROUPCLASSNAME" val="ColorSetGroup1"/>
  <p:tag name="FONTSETGROUPCLASSNAME" val="FontSetGroup1"/>
  <p:tag name="SHAPECLASSFILE" val="Rex2018ColorBar.png"/>
  <p:tag name="MLI" val="1"/>
  <p:tag name="SHAPECLASSNAME" val="ColorBarOnSlides"/>
  <p:tag name="COLORS" val="-2;-2;-2;-2;-1;-2"/>
  <p:tag name="SHAPECLASSPROTECTIONTYPE" val=" 1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for ball rail and roller rail systems"/>
  <p:tag name="NBTXTC" val="for ball rail and roller rail systems"/>
  <p:tag name="AGTX" val="for ball rail and roller rail systems"/>
  <p:tag name="AGTXC" val="for ball rail and roller rail systems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What is IMS?"/>
  <p:tag name="NBTXTC" val="What is IMS?"/>
  <p:tag name="AGTX" val="What is IMS?"/>
  <p:tag name="AGTXC" val="What is IMS?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1;White;-2;-2;-1;-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Extra1;Extra1;-1;-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1;White;-2;-2;-1;-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Components"/>
  <p:tag name="NBTXTC" val="Components"/>
  <p:tag name="AGTX" val="Components"/>
  <p:tag name="AGTXC" val="Components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3;-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Summary2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3"/>
  <p:tag name="RECTANGLE 4_SHAPECLASSPROTECTIONTYPE" val="63"/>
  <p:tag name="RECTANGLE 5_SHAPECLASSPROTECTIONTYPE" val="63"/>
  <p:tag name="RECTANGLE 6_SHAPECLASSPROTECTIONTYPE" val="63"/>
  <p:tag name="TEXT PLACEHOLDER 2_SHAPECLASSPROTECTIONTYPE" val="3"/>
  <p:tag name="NBTXT" val="Components"/>
  <p:tag name="NBTXTC" val="Components"/>
  <p:tag name="AGTX" val="Components"/>
  <p:tag name="AGTXC" val="Components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40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TextOnSummary2"/>
  <p:tag name="SHAPECLASSPROTECTIONTYPE" val=" 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Design"/>
  <p:tag name="NBTXTC" val="Design"/>
  <p:tag name="AGTX" val="Design"/>
  <p:tag name="AGTXC" val="Design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Design – IMS rail construction"/>
  <p:tag name="NBTXTC" val="Design – IMS rail construction"/>
  <p:tag name="AGTX" val="Design – IMS rail construction"/>
  <p:tag name="AGTXC" val="Design – IMS rail constructi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Black;White;-1;-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Black;White;-1;-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Black;White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-1;Black;White;-1;-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-1;Black;White;-1;-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Black;White;-1;-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  <p:tag name="ML_AD_FILLVISIBLE" val="0"/>
  <p:tag name="ML_AD_FONTCOLOR" val="0"/>
  <p:tag name="ML_AD_LINEVISIBLE" val="-1"/>
  <p:tag name="ML_AD_LINEBACKCOLOR" val="16777215"/>
  <p:tag name="ML_AD_LINEFORECOL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White;-1;-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Extra1;Extra1;-1;-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  <p:tag name="ML_AD_FILLVISIBLE" val="0"/>
  <p:tag name="ML_AD_FONTCOLOR" val="0"/>
  <p:tag name="ML_AD_LINEVISIBLE" val="-1"/>
  <p:tag name="ML_AD_LINEBACKCOLOR" val="16777215"/>
  <p:tag name="ML_AD_LINEFORECOLOR" val="637443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  <p:tag name="ML_AD_FILLVISIBLE" val="0"/>
  <p:tag name="ML_AD_FONTCOLOR" val="0"/>
  <p:tag name="ML_AD_LINEVISIBLE" val="-1"/>
  <p:tag name="ML_AD_LINEBACKCOLOR" val="16777215"/>
  <p:tag name="ML_AD_LINEFORECOLOR" val="6374438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  <p:tag name="ML_AD_FILLVISIBLE" val="0"/>
  <p:tag name="ML_AD_FONTCOLOR" val="0"/>
  <p:tag name="ML_AD_LINEVISIBLE" val="-1"/>
  <p:tag name="ML_AD_LINEBACKCOLOR" val="16777215"/>
  <p:tag name="ML_AD_LINEFORECOLOR" val="1677721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AD_FILLVISIBLE" val="0"/>
  <p:tag name="ML_AD_FONTCOLOR" val="0"/>
  <p:tag name="ML_AD_LINEVISIBLE" val="-1"/>
  <p:tag name="ML_AD_LINEBACKCOLOR" val="16777215"/>
  <p:tag name="ML_AD_LINEFORECOL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AD_FILLVISIBLE" val="0"/>
  <p:tag name="ML_AD_FONTCOLOR" val="0"/>
  <p:tag name="ML_AD_LINEVISIBLE" val="-1"/>
  <p:tag name="ML_AD_LINEBACKCOLOR" val="16777215"/>
  <p:tag name="ML_AD_LINEFORECOL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AD_FILLVISIBLE" val="0"/>
  <p:tag name="ML_AD_FONTCOLOR" val="-2147483648"/>
  <p:tag name="ML_AD_LINEVISIBLE" val="0"/>
  <p:tag name="ML_AD_LINEBACKCOLOR" val="16777215"/>
  <p:tag name="ML_AD_LINEFORECOLOR" val="167772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AD_FILLVISIBLE" val="0"/>
  <p:tag name="ML_AD_FONTCOLOR" val="0"/>
  <p:tag name="ML_AD_LINEVISIBLE" val="-1"/>
  <p:tag name="ML_AD_LINEBACKCOLOR" val="16777215"/>
  <p:tag name="ML_AD_LINEFORECOL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AD_FILLVISIBLE" val="0"/>
  <p:tag name="ML_AD_FONTCOLOR" val="0"/>
  <p:tag name="ML_AD_LINEVISIBLE" val="-1"/>
  <p:tag name="ML_AD_LINEBACKCOLOR" val="16777215"/>
  <p:tag name="ML_AD_LINEFORECOL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Red;Extra1;-2;-2;-1;-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Red;Extra1;Extra1;Extra1;-1;-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Extra1;Extra1;-1;-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Red;Extra1;-2;-2;-1;-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Extra1;Extra1;-2;-2;-1;-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Design – IMS rail construction"/>
  <p:tag name="NBTXTC" val="Design – IMS rail construction"/>
  <p:tag name="AGTX" val="Design – IMS rail construction"/>
  <p:tag name="AGTXC" val="Design – IMS rail construction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6;White;-1;-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6;White;-1;-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6;White;-1;-2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Design – incremental, inductive Sensor"/>
  <p:tag name="NBTXTC" val="Design – incremental, inductive Sensor"/>
  <p:tag name="AGTX" val="Design – incremental, inductive Sensor"/>
  <p:tag name="AGTXC" val="Design – incremental, inductive Sensor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2;-2;-1;-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2;-2;-1;-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Design – Signal sequence of incremental sensor"/>
  <p:tag name="AGTX" val="Design – Signal sequence of incremental sensor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Design – signal sequence of incremental sensor"/>
  <p:tag name="AGTXC" val="Design – signal sequence of incremental senso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SecondaryFooter;White;-1;-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Black;Extra1;-1;-2"/>
  <p:tag name="ML_AD_FILLVISIBLE" val="0"/>
  <p:tag name="ML_AD_LINEVISIBLE" val="-1"/>
  <p:tag name="ML_AD_LINEBACKCOLOR" val="16777215"/>
  <p:tag name="ML_AD_LINEFORECOLOR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Design – angle-clock and interpolation"/>
  <p:tag name="NBTXTC" val="Design – angle-clock and interpolation"/>
  <p:tag name="AGTX" val="Design – angle-clock and interpolation"/>
  <p:tag name="AGTXC" val="Design – angle-clock and interpolation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White;-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-1;Extra1;-1;-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Extra1;-1;-2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Design – Absolute Code Band"/>
  <p:tag name="AGTX" val="Design – Absolute Code Band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Design – absolute code band"/>
  <p:tag name="AGTXC" val="Design – absolute code band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Summary2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3"/>
  <p:tag name="RECTANGLE 4_SHAPECLASSPROTECTIONTYPE" val="63"/>
  <p:tag name="RECTANGLE 5_SHAPECLASSPROTECTIONTYPE" val="63"/>
  <p:tag name="RECTANGLE 6_SHAPECLASSPROTECTIONTYPE" val="63"/>
  <p:tag name="TEXT PLACEHOLDER 2_SHAPECLASSPROTECTIONTYPE" val="3"/>
  <p:tag name="NBTXT" val="Design – Absolute Code Band"/>
  <p:tag name="AGTX" val="Design – Absolute Code Band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Design – absolute code band"/>
  <p:tag name="AGTXC" val="Design – absolute code band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40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TextOnSummary2"/>
  <p:tag name="SHAPECLASSPROTECTIONTYPE" val=" 3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Robustness"/>
  <p:tag name="NBTXTC" val="Robustness"/>
  <p:tag name="AGTX" val="Robustness"/>
  <p:tag name="AGTXC" val="Robustness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Why IMS?"/>
  <p:tag name="NBTXTC" val="Why IMS?"/>
  <p:tag name="AGTX" val="Why IMS?"/>
  <p:tag name="AGTXC" val="Why IMS?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White;-2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White;-2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White;-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Why IMS?"/>
  <p:tag name="NBTXTC" val="Why IMS?"/>
  <p:tag name="AGTX" val="Why IMS?"/>
  <p:tag name="AGTXC" val="Why IMS?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1;White;-1;-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1;White;-1;-2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1;White;-1;-2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1;White;-1;-2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Accent1;White;-1;-2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Why IMS?"/>
  <p:tag name="NBTXTC" val="Why IMS?"/>
  <p:tag name="AGTX" val="Why IMS?"/>
  <p:tag name="AGTXC" val="Why IMS?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5;White;Primary;White;White;-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5;White;Primary;White;White;-2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5;White;Primary;White;White;-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Summary2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3"/>
  <p:tag name="RECTANGLE 4_SHAPECLASSPROTECTIONTYPE" val="63"/>
  <p:tag name="RECTANGLE 5_SHAPECLASSPROTECTIONTYPE" val="63"/>
  <p:tag name="RECTANGLE 6_SHAPECLASSPROTECTIONTYPE" val="63"/>
  <p:tag name="TEXT PLACEHOLDER 2_SHAPECLASSPROTECTIONTYPE" val="3"/>
  <p:tag name="NBTXT" val="Why IMS?"/>
  <p:tag name="NBTXTC" val="Why IMS?"/>
  <p:tag name="AGTX" val="Why IMS?"/>
  <p:tag name="AGTXC" val="Why IMS?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40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TextOnSummary2"/>
  <p:tag name="SHAPECLASSPROTECTIONTYPE" val=" 3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SETGROUPCLASSNAME" val="ShapeSetGroup1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HTECK 3_SHAPECLASSPROTECTIONTYPE" val="63"/>
  <p:tag name="CONFIG" val="configREX00NAVI.xml"/>
  <p:tag name="TEXTFELD 2_SHAPECLASSPROTECTIONTYPE" val="27"/>
  <p:tag name="NBTXT" val="IMS-A: Integriertes Messsystem - Absolut"/>
  <p:tag name="AGTX" val="IMS-A: Integriertes Messsystem - Absolut"/>
  <p:tag name="ML_1" val="BR-AG_Schweinfurt"/>
  <p:tag name="FIELDS.INITIALIZED" val="1"/>
  <p:tag name="TEXTBOX 1_SHAPECLASSPROTECTIONTYPE" val="31"/>
  <p:tag name="RECTANGLE 4_SHAPECLASSPROTECTIONTYPE" val="3"/>
  <p:tag name="RECTANGLE 6_SHAPECLASSPROTECTIONTYPE" val="63"/>
  <p:tag name="RECTANGLE 8_SHAPECLASSPROTECTIONTYPE" val="63"/>
  <p:tag name="RECTANGLE 13_SHAPECLASSPROTECTIONTYPE" val="63"/>
  <p:tag name="TEXTBOX 2_SHAPECLASSPROTECTIONTYPE" val="25"/>
  <p:tag name="SHAPESETCLASSNAME" val="TitleOnly"/>
  <p:tag name="TITLE 14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: Accuracies"/>
  <p:tag name="AGTXC" val="Product Portfolio: Accuracies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HAPTER;"/>
  <p:tag name="MLI" val="1"/>
  <p:tag name="SHAPESETGROUPCLASSNAME" val="ShapeSetGroup1"/>
  <p:tag name="COLORSETGROUPCLASSNAME" val="ColorSetGroup1"/>
  <p:tag name="FONTSETGROUPCLASSNAME" val="FontSetGroup1"/>
  <p:tag name="SHAPECLASSNAME" val="Chapterbox"/>
  <p:tag name="FONT" val="Reg28"/>
  <p:tag name="COLORS" val="-2;-2;-2;-2;PrimaryFooter;-2"/>
  <p:tag name="SHAPESETCLASSNAME" val="TitleOnly"/>
  <p:tag name="SHAPECLASSPROTECTIONTYPE" val=" 25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COLORSETGROUPCLASSNAME" val="ColorSetGroup1"/>
  <p:tag name="FONTSETGROUPCLASSNAME" val="FontSetGroup1"/>
  <p:tag name="SHAPECLASSNAME" val="FooterLine1OnSlides"/>
  <p:tag name="SHAPESETCLASSNAME" val="TitleOnly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COLORSETGROUPCLASSNAME" val="ColorSetGroup1"/>
  <p:tag name="FONTSETGROUPCLASSNAME" val="FontSetGroup1"/>
  <p:tag name="SHAPECLASSNAME" val="FooterLine2OnSlides"/>
  <p:tag name="SHAPESETCLASSNAME" val="TitleOnly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COLORSETGROUPCLASSNAME" val="ColorSetGroup1"/>
  <p:tag name="FONTSETGROUPCLASSNAME" val="FontSetGroup1"/>
  <p:tag name="SHAPECLASSNAME" val="PageNumberOnSlides"/>
  <p:tag name="SHAPESETCLASSNAME" val="TitleOnly"/>
  <p:tag name="SHAPECLASSPROTECTIONTYPE" val=" 63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COLORSETGROUPCLASSNAME" val="ColorSetGroup1"/>
  <p:tag name="FONTSETGROUPCLASSNAME" val="FontSetGroup1"/>
  <p:tag name="SHAPECLASSNAME" val="Attachment"/>
  <p:tag name="SHAPESETCLASSNAME" val="TitleOnly"/>
  <p:tag name="COLORS" val="-2;-2;-2;-2;-1;-2"/>
  <p:tag name="SHAPECLASSPROTECTIONTYPE" val=" 3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COLORSETGROUPCLASSNAME" val="ColorSetGroup1"/>
  <p:tag name="FONTSETGROUPCLASSNAME" val="FontSetGroup1"/>
  <p:tag name="SHAPECLASSNAME" val="tNavbar"/>
  <p:tag name="SHAPESETCLASSNAME" val="TitleOnly"/>
  <p:tag name="COLORS" val="-2;-2;-2;-2;-1;-2"/>
  <p:tag name="SHAPECLASSPROTECTIONTYPE" val=" 3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SETGROUPCLASSNAME" val="ShapeSetGroup1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HTECK 3_SHAPECLASSPROTECTIONTYPE" val="63"/>
  <p:tag name="CONFIG" val="configREX00NAVI.xml"/>
  <p:tag name="TEXTFELD 2_SHAPECLASSPROTECTIONTYPE" val="27"/>
  <p:tag name="NBTXT" val="IMS-A: Integriertes Messsystem - Absolut"/>
  <p:tag name="AGTX" val="IMS-A: Integriertes Messsystem - Absolut"/>
  <p:tag name="ML_1" val="BR-AG_Schweinfurt"/>
  <p:tag name="FIELDS.INITIALIZED" val="1"/>
  <p:tag name="TEXTBOX 1_SHAPECLASSPROTECTIONTYPE" val="31"/>
  <p:tag name="RECTANGLE 4_SHAPECLASSPROTECTIONTYPE" val="3"/>
  <p:tag name="RECTANGLE 6_SHAPECLASSPROTECTIONTYPE" val="63"/>
  <p:tag name="RECTANGLE 8_SHAPECLASSPROTECTIONTYPE" val="63"/>
  <p:tag name="RECTANGLE 13_SHAPECLASSPROTECTIONTYPE" val="63"/>
  <p:tag name="TEXTBOX 2_SHAPECLASSPROTECTIONTYPE" val="25"/>
  <p:tag name="SHAPESETCLASSNAME" val="TitleOnly"/>
  <p:tag name="TITLE 14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: Interfaces IMS-A"/>
  <p:tag name="AGTXC" val="Product Portfolio: Interfaces IMS-A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HAPTER;"/>
  <p:tag name="MLI" val="1"/>
  <p:tag name="SHAPESETGROUPCLASSNAME" val="ShapeSetGroup1"/>
  <p:tag name="COLORSETGROUPCLASSNAME" val="ColorSetGroup1"/>
  <p:tag name="FONTSETGROUPCLASSNAME" val="FontSetGroup1"/>
  <p:tag name="SHAPECLASSNAME" val="Chapterbox"/>
  <p:tag name="FONT" val="Reg28"/>
  <p:tag name="COLORS" val="-2;-2;-2;-2;PrimaryFooter;-2"/>
  <p:tag name="SHAPESETCLASSNAME" val="TitleOnly"/>
  <p:tag name="SHAPECLASSPROTECTIONTYPE" val=" 25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COLORSETGROUPCLASSNAME" val="ColorSetGroup1"/>
  <p:tag name="FONTSETGROUPCLASSNAME" val="FontSetGroup1"/>
  <p:tag name="SHAPECLASSNAME" val="FooterLine1OnSlides"/>
  <p:tag name="SHAPESETCLASSNAME" val="TitleOnly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COLORSETGROUPCLASSNAME" val="ColorSetGroup1"/>
  <p:tag name="FONTSETGROUPCLASSNAME" val="FontSetGroup1"/>
  <p:tag name="SHAPECLASSNAME" val="FooterLine2OnSlides"/>
  <p:tag name="SHAPESETCLASSNAME" val="TitleOnly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COLORSETGROUPCLASSNAME" val="ColorSetGroup1"/>
  <p:tag name="FONTSETGROUPCLASSNAME" val="FontSetGroup1"/>
  <p:tag name="SHAPECLASSNAME" val="PageNumberOnSlides"/>
  <p:tag name="SHAPESETCLASSNAME" val="TitleOnly"/>
  <p:tag name="SHAPECLASSPROTECTIONTYPE" val=" 63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COLORSETGROUPCLASSNAME" val="ColorSetGroup1"/>
  <p:tag name="FONTSETGROUPCLASSNAME" val="FontSetGroup1"/>
  <p:tag name="SHAPECLASSNAME" val="Attachment"/>
  <p:tag name="SHAPESETCLASSNAME" val="TitleOnly"/>
  <p:tag name="COLORS" val="-2;-2;-2;-2;-1;-2"/>
  <p:tag name="SHAPECLASSPROTECTIONTYPE" val=" 3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COLORSETGROUPCLASSNAME" val="ColorSetGroup1"/>
  <p:tag name="FONTSETGROUPCLASSNAME" val="FontSetGroup1"/>
  <p:tag name="SHAPECLASSNAME" val="tNavbar"/>
  <p:tag name="SHAPESETCLASSNAME" val="TitleOnly"/>
  <p:tag name="COLORS" val="-2;-2;-2;-2;-1;-2"/>
  <p:tag name="SHAPECLASSPROTECTIONTYPE" val=" 3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SETGROUPCLASSNAME" val="ShapeSetGroup1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HTECK 3_SHAPECLASSPROTECTIONTYPE" val="63"/>
  <p:tag name="CONFIG" val="configREX00NAVI.xml"/>
  <p:tag name="TEXTFELD 2_SHAPECLASSPROTECTIONTYPE" val="27"/>
  <p:tag name="NBTXT" val="IMS-A: Integriertes Messsystem - Absolut"/>
  <p:tag name="AGTX" val="IMS-A: Integriertes Messsystem - Absolut"/>
  <p:tag name="ML_1" val="BR-AG_Schweinfurt"/>
  <p:tag name="FIELDS.INITIALIZED" val="1"/>
  <p:tag name="TEXTBOX 1_SHAPECLASSPROTECTIONTYPE" val="31"/>
  <p:tag name="RECTANGLE 4_SHAPECLASSPROTECTIONTYPE" val="3"/>
  <p:tag name="RECTANGLE 6_SHAPECLASSPROTECTIONTYPE" val="63"/>
  <p:tag name="RECTANGLE 8_SHAPECLASSPROTECTIONTYPE" val="63"/>
  <p:tag name="RECTANGLE 13_SHAPECLASSPROTECTIONTYPE" val="63"/>
  <p:tag name="TEXTBOX 2_SHAPECLASSPROTECTIONTYPE" val="25"/>
  <p:tag name="SHAPESETCLASSNAME" val="TitleOnly"/>
  <p:tag name="TITLE 14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: Interfaces IMS-I"/>
  <p:tag name="AGTXC" val="Product Portfolio: Interfaces IMS-I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HAPTER;"/>
  <p:tag name="MLI" val="1"/>
  <p:tag name="SHAPESETGROUPCLASSNAME" val="ShapeSetGroup1"/>
  <p:tag name="COLORSETGROUPCLASSNAME" val="ColorSetGroup1"/>
  <p:tag name="FONTSETGROUPCLASSNAME" val="FontSetGroup1"/>
  <p:tag name="SHAPECLASSNAME" val="Chapterbox"/>
  <p:tag name="FONT" val="Reg28"/>
  <p:tag name="COLORS" val="-2;-2;-2;-2;PrimaryFooter;-2"/>
  <p:tag name="SHAPESETCLASSNAME" val="TitleOnly"/>
  <p:tag name="SHAPECLASSPROTECTIONTYPE" val=" 25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COLORSETGROUPCLASSNAME" val="ColorSetGroup1"/>
  <p:tag name="FONTSETGROUPCLASSNAME" val="FontSetGroup1"/>
  <p:tag name="SHAPECLASSNAME" val="FooterLine1OnSlides"/>
  <p:tag name="SHAPESETCLASSNAME" val="TitleOnly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COLORSETGROUPCLASSNAME" val="ColorSetGroup1"/>
  <p:tag name="FONTSETGROUPCLASSNAME" val="FontSetGroup1"/>
  <p:tag name="SHAPECLASSNAME" val="FooterLine2OnSlides"/>
  <p:tag name="SHAPESETCLASSNAME" val="TitleOnly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COLORSETGROUPCLASSNAME" val="ColorSetGroup1"/>
  <p:tag name="FONTSETGROUPCLASSNAME" val="FontSetGroup1"/>
  <p:tag name="SHAPECLASSNAME" val="PageNumberOnSlides"/>
  <p:tag name="SHAPESETCLASSNAME" val="TitleOnly"/>
  <p:tag name="SHAPECLASSPROTECTIONTYPE" val=" 6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COLORSETGROUPCLASSNAME" val="ColorSetGroup1"/>
  <p:tag name="FONTSETGROUPCLASSNAME" val="FontSetGroup1"/>
  <p:tag name="SHAPECLASSNAME" val="Attachment"/>
  <p:tag name="SHAPESETCLASSNAME" val="TitleOnly"/>
  <p:tag name="COLORS" val="-2;-2;-2;-2;-1;-2"/>
  <p:tag name="SHAPECLASSPROTECTIONTYPE" val=" 3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COLORSETGROUPCLASSNAME" val="ColorSetGroup1"/>
  <p:tag name="FONTSETGROUPCLASSNAME" val="FontSetGroup1"/>
  <p:tag name="SHAPECLASSNAME" val="tNavbar"/>
  <p:tag name="SHAPESETCLASSNAME" val="TitleOnly"/>
  <p:tag name="COLORS" val="-2;-2;-2;-2;-1;-2"/>
  <p:tag name="SHAPECLASSPROTECTIONTYPE" val=" 3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3;White;-1;-1;-1;-2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Product Portfolio"/>
  <p:tag name="AGTX" val="Product Portfolio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 – Ball Rail System"/>
  <p:tag name="AGTXC" val="Product Portfolio – Ball Rail System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Product Portfolio"/>
  <p:tag name="AGTX" val="Product Portfolio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 – Roller Rail System"/>
  <p:tag name="AGTXC" val="Product Portfolio – Roller Rail System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White;-1;-2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Product Portfolio"/>
  <p:tag name="AGTX" val="Product Portfolio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 – Connection- and Extension Cables"/>
  <p:tag name="AGTXC" val="Product Portfolio – Connection- and Extension Cables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White;White;-2;-2;-1;-2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NBTXT" val="Product Portfolio"/>
  <p:tag name="AGTX" val="Product Portfolio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C" val="Product Portfolio – Technical Data"/>
  <p:tag name="AGTXC" val="Product Portfolio – Technical Data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-1;-1;-2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Summary2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3"/>
  <p:tag name="RECTANGLE 4_SHAPECLASSPROTECTIONTYPE" val="63"/>
  <p:tag name="RECTANGLE 5_SHAPECLASSPROTECTIONTYPE" val="63"/>
  <p:tag name="RECTANGLE 6_SHAPECLASSPROTECTIONTYPE" val="63"/>
  <p:tag name="TEXT PLACEHOLDER 2_SHAPECLASSPROTECTIONTYPE" val="3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Product Portfolio – Technical Data"/>
  <p:tag name="NBTXTC" val="Product Portfolio – Technical Data"/>
  <p:tag name="AGTX" val="Product Portfolio – Technical Data"/>
  <p:tag name="AGTXC" val="Product Portfolio – Technical Data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40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TextOnSummary2"/>
  <p:tag name="SHAPECLASSPROTECTIONTYPE" val=" 3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2;-2;-1;-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Black;White;-2;-2;-1;-2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COLORS" val="-2;-2;-2;-2;Primary;-2"/>
  <p:tag name="SHAPECLASSPROTECTIONTYPE" val=" 9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Summary2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3"/>
  <p:tag name="RECTANGLE 4_SHAPECLASSPROTECTIONTYPE" val="63"/>
  <p:tag name="RECTANGLE 5_SHAPECLASSPROTECTIONTYPE" val="63"/>
  <p:tag name="RECTANGLE 6_SHAPECLASSPROTECTIONTYPE" val="63"/>
  <p:tag name="TEXT PLACEHOLDER 2_SHAPECLASSPROTECTIONTYPE" val="3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Where to use?"/>
  <p:tag name="NBTXTC" val="Where to use?"/>
  <p:tag name="AGTX" val="Where to use?"/>
  <p:tag name="AGTXC" val="Where to use?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40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TextOnSummary2"/>
  <p:tag name="SHAPECLASSPROTECTIONTYPE" val=" 3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1" val="BR-AG_Schweinfurt"/>
  <p:tag name="SHAPESETGROUPCLASSNAME" val="ShapeSetGroup1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INHALTSPLATZHALTER 2_SHAPECLASSPROTECTIONTYPE" val="0"/>
  <p:tag name="RECHTECK 4_SHAPECLASSPROTECTIONTYPE" val="63"/>
  <p:tag name="FIELDS.INITIALIZED" val="1"/>
  <p:tag name="SHAPESETCLASSNAME" val="Object"/>
  <p:tag name="TEXTBOX 1_SHAPECLASSPROTECTIONTYPE" val="31"/>
  <p:tag name="RECTANGLE 3_SHAPECLASSPROTECTIONTYPE" val="3"/>
  <p:tag name="RECTANGLE 5_SHAPECLASSPROTECTIONTYPE" val="63"/>
  <p:tag name="RECTANGLE 7_SHAPECLASSPROTECTIONTYPE" val="63"/>
  <p:tag name="RECTANGLE 8_SHAPECLASSPROTECTIONTYPE" val="63"/>
  <p:tag name="CONTENT PLACEHOLDER 2_SHAPECLASSPROTECTIONTYPE" val="0"/>
  <p:tag name="TEXTFELD 3_SHAPECLASSPROTECTIONTYPE" val="25"/>
  <p:tag name="TITEL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TCO - total cost of ownership"/>
  <p:tag name="NBTXTC" val="TCO - total cost of ownership"/>
  <p:tag name="AGTX" val="TCO - total cost of ownership"/>
  <p:tag name="AGTXC" val="TCO - total cost of ownership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Object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HAPTER;"/>
  <p:tag name="MLI" val="1"/>
  <p:tag name="SHAPESETGROUPCLASSNAME" val="ShapeSetGroup1"/>
  <p:tag name="COLORSETGROUPCLASSNAME" val="ColorSetGroup1"/>
  <p:tag name="FONTSETGROUPCLASSNAME" val="FontSetGroup1"/>
  <p:tag name="SHAPECLASSNAME" val="Chapterbox"/>
  <p:tag name="FONT" val="Reg28"/>
  <p:tag name="COLORS" val="-2;-2;-2;-2;PrimaryFooter;-2"/>
  <p:tag name="SHAPESETCLASSNAME" val="Object"/>
  <p:tag name="SHAPECLASSPROTECTIONTYPE" val=" 25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MLI" val="1"/>
  <p:tag name="SHAPESETGROUPCLASSNAME" val="ShapeSetGroup1"/>
  <p:tag name="COLORSETGROUPCLASSNAME" val="ColorSetGroup1"/>
  <p:tag name="FONTSETGROUPCLASSNAME" val="FontSetGroup1"/>
  <p:tag name="FONT" val="Reg28"/>
  <p:tag name="COLORS" val="-2;-2;-2;-2;Primary;-2"/>
  <p:tag name="SHAPESETCLASSNAME" val="Object"/>
  <p:tag name="SHAPECLASSNAME" val="TitleOnSlides"/>
  <p:tag name="SHAPECLASSPROTECTIONTYPE" val=" 9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MLI" val="1"/>
  <p:tag name="SHAPESETGROUPCLASSNAME" val="ShapeSetGroup1"/>
  <p:tag name="COLORSETGROUPCLASSNAME" val="ColorSetGroup1"/>
  <p:tag name="FONTSETGROUPCLASSNAME" val="FontSetGroup1"/>
  <p:tag name="SHAPECLASSPROTECTIONTYPE" val="0"/>
  <p:tag name="FONTSETCLASSNAME" val="FontSet1"/>
  <p:tag name="STYLENAME" val="Bodystyle"/>
  <p:tag name="SHAPESETCLASSNAME" val="Object"/>
  <p:tag name="SHAPECLASSNAME" val="ObjectFull"/>
  <p:tag name="COLORS" val="Black;White;-2;-2;-1;-2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Object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Object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Object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Object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-1;White;-1;-2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2;White;-2;-2;-1;-2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Accent2;-2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Accent2;White;-2;-2;-1;-2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Accent2;-2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TCO - total cost of ownership"/>
  <p:tag name="NBTXTC" val="TCO - total cost of ownership"/>
  <p:tag name="AGTX" val="TCO - total cost of ownership"/>
  <p:tag name="AGTXC" val="TCO - total cost of ownership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Extra2;Extra1;-1;-2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Black;Extra1;-1;-2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Black;Extra1;-1;-2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Black;Extra1;-1;-2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Black;Extra1;-1;-2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White;Accent1;White;-1;-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1;Extra1;Black;Extra1;-1;-2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Black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Primary;White;-1;-2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  <p:tag name="ML_AD_FILLVISIBLE" val="0"/>
  <p:tag name="ML_AD_LINEVISIBLE" val="0"/>
  <p:tag name="ML_AD_LINEBACKCOLOR" val="16777215"/>
  <p:tag name="ML_AD_LINEFORECOLOR" val="16777215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Only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TEXTBOX 2_SHAPECLASSPROTECTIONTYPE" val="31"/>
  <p:tag name="RECTANGLE 3_SHAPECLASSPROTECTIONTYPE" val="3"/>
  <p:tag name="RECTANGLE 4_SHAPECLASSPROTECTIONTYPE" val="63"/>
  <p:tag name="RECTANGLE 5_SHAPECLASSPROTECTIONTYPE" val="63"/>
  <p:tag name="RECTANGLE 6_SHAPECLASSPROTECTIONTYPE" val="63"/>
  <p:tag name="TEXTBOX 7_SHAPECLASSPROTECTIONTYPE" val="25"/>
  <p:tag name="TITLE 1_SHAPECLASSPROTECTIONTYPE" val="9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TCO - total cost of ownership"/>
  <p:tag name="NBTXTC" val="TCO - total cost of ownership"/>
  <p:tag name="AGTX" val="TCO - total cost of ownership"/>
  <p:tag name="AGTXC" val="TCO - total cost of ownership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Footer;-2"/>
  <p:tag name="COLORSETCLASSNAME" val="ColorSet1"/>
  <p:tag name="SCRIPT" val="1"/>
  <p:tag name="FIELDS" val="CHAPTER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Chapterbox"/>
  <p:tag name="SHAPECLASSPROTECTIONTYPE" val=" 25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NavbarItem"/>
  <p:tag name="FONTSETCLASSNAME" val="FontSet1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Navbar"/>
  <p:tag name="COLORS" val="-2;-2;-2;-2;-1;-2"/>
  <p:tag name="SHAPECLASSPROTECTIONTYPE" val=" 31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COLORS" val="-2;-2;-2;-2;Primary;-2"/>
  <p:tag name="COLORSETCLASSNAME" val="ColorSet1"/>
  <p:tag name="MLI" val="1"/>
  <p:tag name="SHAPESETGROUPCLASSNAME" val="ShapeSetGroup1"/>
  <p:tag name="SHAPESETCLASSNAME" val="TitleOnly"/>
  <p:tag name="COLORSETGROUPCLASSNAME" val="ColorSetGroup1"/>
  <p:tag name="FONTSETGROUPCLASSNAME" val="FontSetGroup1"/>
  <p:tag name="SHAPECLASSNAME" val="TitleOnSlides"/>
  <p:tag name="SHAPECLASSPROTECTIONTYPE" val=" 9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Summary2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3"/>
  <p:tag name="RECTANGLE 4_SHAPECLASSPROTECTIONTYPE" val="63"/>
  <p:tag name="RECTANGLE 5_SHAPECLASSPROTECTIONTYPE" val="63"/>
  <p:tag name="RECTANGLE 6_SHAPECLASSPROTECTIONTYPE" val="63"/>
  <p:tag name="TEXT PLACEHOLDER 2_SHAPECLASSPROTECTIONTYPE" val="3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NBTXT" val="TCO - total cost of ownership"/>
  <p:tag name="NBTXTC" val="TCO - total cost of ownership"/>
  <p:tag name="AGTX" val="TCO - total cost of ownership"/>
  <p:tag name="AGTXC" val="TCO - total cost of ownership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PageNumberOnSlides"/>
  <p:tag name="SHAPECLASSPROTECTIONTYPE" val=" 63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5x5"/>
  <p:tag name="FONTSETCLASSNAME" val="FontSet1"/>
  <p:tag name="COLORSETCLASSNAME" val="ColorSet1"/>
  <p:tag name="SCRIPT" val="1"/>
  <p:tag name="FIELDS" val="REM_ANL;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Attachment"/>
  <p:tag name="COLORS" val="-2;-2;-2;-2;-1;-2"/>
  <p:tag name="SHAPECLASSPROTECTIONTYPE" val=" 3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40"/>
  <p:tag name="FONTSETCLASSNAME" val="FontSet1"/>
  <p:tag name="COLORSETCLASSNAME" val="ColorSet1"/>
  <p:tag name="MLI" val="1"/>
  <p:tag name="SHAPESETGROUPCLASSNAME" val="ShapeSetGroup1"/>
  <p:tag name="SHAPESETCLASSNAME" val="Summary2"/>
  <p:tag name="COLORSETGROUPCLASSNAME" val="ColorSetGroup1"/>
  <p:tag name="FONTSETGROUPCLASSNAME" val="FontSetGroup1"/>
  <p:tag name="SHAPECLASSNAME" val="TextOnSummary2"/>
  <p:tag name="COLORS" val="-2;-2;-2;-2;Primary;-2"/>
  <p:tag name="SHAPECLASSPROTECTIONTYPE" val=" 3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ELDS.INITIALIZED" val="1"/>
  <p:tag name="ML_1" val="BR-AG_Schweinfurt"/>
  <p:tag name="SHAPESETGROUPCLASSNAME" val="ShapeSetGroup1"/>
  <p:tag name="SHAPESETCLASSNAME" val="TitleNoSupergraphic"/>
  <p:tag name="COLORSETGROUPCLASSNAME" val="ColorSetGroup1"/>
  <p:tag name="COLORSETCLASSNAME" val="ColorSet1"/>
  <p:tag name="FONTSETGROUPCLASSNAME" val="FontSetGroup1"/>
  <p:tag name="STYLESETGROUPCLASSNAME" val="StyleSetGroup1"/>
  <p:tag name="MAPNAME" val="Map1"/>
  <p:tag name="MLI" val="1"/>
  <p:tag name="RECTANGLE 3_SHAPECLASSPROTECTIONTYPE" val="63"/>
  <p:tag name="PICTURE 4_SHAPECLASSPROTECTIONTYPE" val="15"/>
  <p:tag name="RECTANGLE 5_SHAPECLASSPROTECTIONTYPE" val="63"/>
  <p:tag name="RECTANGLE 6_SHAPECLASSPROTECTIONTYPE" val="63"/>
  <p:tag name="SUBTITLE 1_SHAPECLASSPROTECTIONTYPE" val="0"/>
  <p:tag name="TITLE 2_SHAPECLASSPROTECTIONTYPE" val="3"/>
  <p:tag name="FIELD.CHAPTER.CONTENT" val="Integrated Measuring System - IMS"/>
  <p:tag name="FIELD.CHAPTER.VALUE" val="Integrated Measuring System - IMS"/>
  <p:tag name="FIELD.CHAPTER.COMBOINDEX" val="0"/>
  <p:tag name="FIELD.REM_ANL.CONTENT" val="DC-LT/SCO"/>
  <p:tag name="FIELD.REM_ANL.VALUE" val="DC-LT/SCO"/>
  <p:tag name="FIELD.REM_ANL.COMBOINDEX" val="0"/>
  <p:tag name="FIELD.DPT.CONTENT" val="DC-LT/SCO3"/>
  <p:tag name="FIELD.DPT.VALUE" val="DC-LT/SCO3 | "/>
  <p:tag name="FIELD.DPT.COMBOINDEX" val="0"/>
  <p:tag name="ML_2" val="REX2018.MCR"/>
  <p:tag name="ML_LAYOUT_RESOURCE" val="REX2018_16_9.MCR"/>
  <p:tag name="CFG.LAYOUT" val="REX2018"/>
  <p:tag name="PICTURE 7_SHAPECLASSPROTECTIONTYPE" val="15"/>
  <p:tag name="RECTANGLE 8_SHAPECLASSPROTECTIONTYPE" val="3"/>
  <p:tag name="NBTXT" val="TCO - total cost of ownership"/>
  <p:tag name="NBTXTC" val="TCO - total cost of ownership"/>
  <p:tag name="AGTX" val="TCO - total cost of ownership"/>
  <p:tag name="AGTXC" val="TCO - total cost of ownership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TitlePic1"/>
  <p:tag name="COLORS" val="Accent2;White;-2;-2;-1;-2"/>
  <p:tag name="ML_SENDTOBACK" val=" 1"/>
  <p:tag name="SHAPECLASSPROTECTIONTYPE" val=" 3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TitleOnTitleSlides"/>
  <p:tag name="FONT" val="Bold80"/>
  <p:tag name="COLORS" val="-2;-2;-2;-2;White;-2"/>
  <p:tag name="SHAPECLASSPROTECTIONTYPE" val=" 3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Disguised"/>
  <p:tag name="FONTSETCLASSNAME" val="FontSet1"/>
  <p:tag name="COLORSETCLASSNAME" val="ColorSet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HiddenSubtitle"/>
  <p:tag name="SHAPECLASSPROTECTIONTYPE" val="0"/>
  <p:tag name="ML_SENDTOBACK" val=" 1"/>
  <p:tag name="COLORS" val="-2;-2;-2;-2;-1;-2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SHAPESETGROUPCLASSNAME" val="ShapeSetGroup1"/>
  <p:tag name="SHAPESETCLASSNAME" val="TitleNoSupergraphic"/>
  <p:tag name="COLORSETGROUPCLASSNAME" val="ColorSetGroup1"/>
  <p:tag name="FONTSETGROUPCLASSNAME" val="FontSetGroup1"/>
  <p:tag name="SHAPECLASSFILE" val="Rex2018ColorBar.png"/>
  <p:tag name="MLI" val="1"/>
  <p:tag name="SHAPECLASSNAME" val="ColorBarOnSlides"/>
  <p:tag name="COLORS" val="-2;-2;-2;-2;-1;-2"/>
  <p:tag name="SHAPECLASSPROTECTIONTYPE" val=" 15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SETCLASSNAME" val="FontSet1"/>
  <p:tag name="COLORSETCLASSNAME" val="ColorSet1"/>
  <p:tag name="SCRIPT" val="1"/>
  <p:tag name="FIELDS" val="CONF;DPT;DATE;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FooterLine1OnSlides"/>
  <p:tag name="FONT" val="Bold6"/>
  <p:tag name="FONT2" val="Reg6"/>
  <p:tag name="FONT3" val="Reg6"/>
  <p:tag name="RUNS.FONT" val="3"/>
  <p:tag name="FONTCOLOR" val="Accent6"/>
  <p:tag name="FONTCOLOR2" val="PrimaryFooter"/>
  <p:tag name="FONTCOLOR3" val="PrimaryFooter"/>
  <p:tag name="COLORS" val="-2;-2;-2;-2;Accent1;-2"/>
  <p:tag name="SHAPECLASSPROTECTIONTYPE" val=" 63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6"/>
  <p:tag name="FONTSETCLASSNAME" val="FontSet1"/>
  <p:tag name="COLORSETCLASSNAME" val="ColorSet1"/>
  <p:tag name="SCRIPT" val="1"/>
  <p:tag name="FIELDS" val="REM_ABL;COPY;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FooterLine2OnSlides"/>
  <p:tag name="FONTCOLOR" val="PrimaryFooter"/>
  <p:tag name="FONTCOLOR2" val="SecondaryFooter"/>
  <p:tag name="FONTCOLOR3" val="SecondaryFooter"/>
  <p:tag name="RUNS.FONT" val="3"/>
  <p:tag name="COLORS" val="-2;-2;-2;-2;-3;-2"/>
  <p:tag name="SHAPECLASSPROTECTIONTYPE" val=" 63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12"/>
  <p:tag name="FONTSETCLASSNAME" val="FontSet1"/>
  <p:tag name="COLORS" val="-2;-2;-2;-2;Accent3;-2"/>
  <p:tag name="COLORSETCLASSNAME" val="ColorSet1"/>
  <p:tag name="SCRIPT" val="1"/>
  <p:tag name="MLI" val="1"/>
  <p:tag name="SHAPESETGROUPCLASSNAME" val="ShapeSetGroup1"/>
  <p:tag name="SHAPESETCLASSNAME" val="TitleNoSupergraphic"/>
  <p:tag name="COLORSETGROUPCLASSNAME" val="ColorSetGroup1"/>
  <p:tag name="FONTSETGROUPCLASSNAME" val="FontSetGroup1"/>
  <p:tag name="SHAPECLASSNAME" val="PageNumberOnSlides"/>
  <p:tag name="SHAPECLASSPROTECTIONTYPE" val=" 63"/>
</p:tagLst>
</file>

<file path=ppt/theme/theme1.xml><?xml version="1.0" encoding="utf-8"?>
<a:theme xmlns:a="http://schemas.openxmlformats.org/drawingml/2006/main" name="Rexroth2018">
  <a:themeElements>
    <a:clrScheme name="Custom 1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002B49"/>
      </a:accent1>
      <a:accent2>
        <a:srgbClr val="00CCFF"/>
      </a:accent2>
      <a:accent3>
        <a:srgbClr val="A3BAC8"/>
      </a:accent3>
      <a:accent4>
        <a:srgbClr val="91F0FF"/>
      </a:accent4>
      <a:accent5>
        <a:srgbClr val="5A7C91"/>
      </a:accent5>
      <a:accent6>
        <a:srgbClr val="DF0024"/>
      </a:accent6>
      <a:hlink>
        <a:srgbClr val="002B49"/>
      </a:hlink>
      <a:folHlink>
        <a:srgbClr val="5A7C91"/>
      </a:folHlink>
    </a:clrScheme>
    <a:fontScheme name="Custom 1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90000" tIns="46800" rIns="90000" bIns="46800" rtlCol="0">
        <a:sp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+mn-lt"/>
            <a:ea typeface="Bosch Office Sans" panose="020B0604020202020204" pitchFamily="34" charset="-128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Rex2018.potx" id="{4903A42C-39D6-4C8A-BAFC-1FA7A00D1B46}" vid="{A59C0087-1122-495E-9096-B79847E02C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4235</Words>
  <Application>Microsoft Office PowerPoint</Application>
  <PresentationFormat>Произвольный</PresentationFormat>
  <Paragraphs>656</Paragraphs>
  <Slides>42</Slides>
  <Notes>5</Notes>
  <HiddenSlides>7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1" baseType="lpstr">
      <vt:lpstr>Arial</vt:lpstr>
      <vt:lpstr>Bosch Office Sans</vt:lpstr>
      <vt:lpstr>Calibri</vt:lpstr>
      <vt:lpstr>Frutiger 45 Light</vt:lpstr>
      <vt:lpstr>HelveticaNeueLT Std</vt:lpstr>
      <vt:lpstr>Symbol</vt:lpstr>
      <vt:lpstr>Wingdings</vt:lpstr>
      <vt:lpstr>Rexroth2018</vt:lpstr>
      <vt:lpstr>Dokument</vt:lpstr>
      <vt:lpstr>Integrated Measuring System - IMS  for Ball and Roller Rail Systems  Linear Motion Technology / DC-LT  Matthias Wolf, DC-LT/SCO3</vt:lpstr>
      <vt:lpstr>for ball rail and roller rail systems</vt:lpstr>
      <vt:lpstr>What is IMS?</vt:lpstr>
      <vt:lpstr>Components</vt:lpstr>
      <vt:lpstr>Презентация PowerPoint</vt:lpstr>
      <vt:lpstr>Design</vt:lpstr>
      <vt:lpstr>Design – IMS rail construction</vt:lpstr>
      <vt:lpstr>Design – IMS rail construction</vt:lpstr>
      <vt:lpstr>Design – incremental, inductive Sensor</vt:lpstr>
      <vt:lpstr>Design – signal sequence of incremental sensor</vt:lpstr>
      <vt:lpstr>Design – angle-clock and interpolation</vt:lpstr>
      <vt:lpstr>Design – absolute code band</vt:lpstr>
      <vt:lpstr>Презентация PowerPoint</vt:lpstr>
      <vt:lpstr>Robustness</vt:lpstr>
      <vt:lpstr>Why IMS?</vt:lpstr>
      <vt:lpstr>Why IMS?</vt:lpstr>
      <vt:lpstr>Why IMS?</vt:lpstr>
      <vt:lpstr>Презентация PowerPoint</vt:lpstr>
      <vt:lpstr>Product Portfolio: Accuracies</vt:lpstr>
      <vt:lpstr>Product Portfolio: Interfaces IMS-A</vt:lpstr>
      <vt:lpstr>Product Portfolio: Interfaces IMS-I</vt:lpstr>
      <vt:lpstr>Product Portfolio – Ball Rail System</vt:lpstr>
      <vt:lpstr>Product Portfolio – Roller Rail System</vt:lpstr>
      <vt:lpstr>Product Portfolio – Connection- and Extension Cables</vt:lpstr>
      <vt:lpstr>Product Portfolio – Technical Data</vt:lpstr>
      <vt:lpstr>Презентация PowerPoint</vt:lpstr>
      <vt:lpstr>Where to use?</vt:lpstr>
      <vt:lpstr>Where to use?</vt:lpstr>
      <vt:lpstr>Where to use?</vt:lpstr>
      <vt:lpstr>Where to use?</vt:lpstr>
      <vt:lpstr>Where to use?</vt:lpstr>
      <vt:lpstr>Where to use?</vt:lpstr>
      <vt:lpstr>Where to use?</vt:lpstr>
      <vt:lpstr>Where to use?</vt:lpstr>
      <vt:lpstr>Where to use?</vt:lpstr>
      <vt:lpstr>Where to use?</vt:lpstr>
      <vt:lpstr>Презентация PowerPoint</vt:lpstr>
      <vt:lpstr>TCO - total cost of ownership</vt:lpstr>
      <vt:lpstr>TCO - total cost of ownership</vt:lpstr>
      <vt:lpstr>TCO - total cost of ownership</vt:lpstr>
      <vt:lpstr>Презентация PowerPoint</vt:lpstr>
      <vt:lpstr>Thank you!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Measuring System - IMS   for Ball and Roller Rail Systems   Linear Motion Technology / DC-LT</dc:title>
  <dc:creator>Wolf Matthias (DC-LT/SCO3)</dc:creator>
  <cp:lastModifiedBy>Walentin Bormotow</cp:lastModifiedBy>
  <cp:revision>113</cp:revision>
  <dcterms:created xsi:type="dcterms:W3CDTF">2017-08-09T08:53:19Z</dcterms:created>
  <dcterms:modified xsi:type="dcterms:W3CDTF">2023-06-20T06:27:10Z</dcterms:modified>
</cp:coreProperties>
</file>